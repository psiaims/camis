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07" r:id="rId5"/>
    <p:sldId id="309" r:id="rId6"/>
    <p:sldId id="310" r:id="rId7"/>
    <p:sldId id="311" r:id="rId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CB803E8-77BB-4572-B77C-3F2DB3AF2237}">
          <p14:sldIdLst>
            <p14:sldId id="307"/>
            <p14:sldId id="309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69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D80C01-6F87-D119-2D22-B04C3357266E}" name="Kozuch, Jessica" initials="KJ" userId="S::Jessica.Kozuch@parexel.com::3569faf2-e049-42c2-b9e9-9e628ac6ee4e" providerId="AD"/>
  <p188:author id="{D2588B03-52B5-DD50-A86A-3244CE3F2813}" name="Jason Slomack" initials="jj" userId="Jason Slomack" providerId="None"/>
  <p188:author id="{92CC9096-29FF-CFCE-B0B0-860162058B19}" name="Moore, Karlene" initials="MK" userId="S::Karlene.Moore@parexel.com::b2ffccb2-8c00-4c9b-a71a-1f087ff3431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565B"/>
    <a:srgbClr val="83888C"/>
    <a:srgbClr val="95999D"/>
    <a:srgbClr val="A7A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6FDD56-85CF-495A-AEDF-515C69A7CED2}" v="55" dt="2026-04-07T14:51:15.7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0" autoAdjust="0"/>
    <p:restoredTop sz="90196" autoAdjust="0"/>
  </p:normalViewPr>
  <p:slideViewPr>
    <p:cSldViewPr snapToGrid="0">
      <p:cViewPr>
        <p:scale>
          <a:sx n="100" d="100"/>
          <a:sy n="100" d="100"/>
        </p:scale>
        <p:origin x="514" y="466"/>
      </p:cViewPr>
      <p:guideLst>
        <p:guide orient="horz" pos="2160"/>
        <p:guide pos="3816"/>
        <p:guide pos="52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3802" y="163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, Lyn" userId="c7edfcec-8e1b-44a5-b320-97a8b99570dc" providerId="ADAL" clId="{ADBD5F59-7256-4788-A82B-3AD03D0BC317}"/>
    <pc:docChg chg="undo custSel addSld delSld modSld modSection">
      <pc:chgData name="Taylor, Lyn" userId="c7edfcec-8e1b-44a5-b320-97a8b99570dc" providerId="ADAL" clId="{ADBD5F59-7256-4788-A82B-3AD03D0BC317}" dt="2026-04-07T14:51:15.725" v="1200"/>
      <pc:docMkLst>
        <pc:docMk/>
      </pc:docMkLst>
      <pc:sldChg chg="del">
        <pc:chgData name="Taylor, Lyn" userId="c7edfcec-8e1b-44a5-b320-97a8b99570dc" providerId="ADAL" clId="{ADBD5F59-7256-4788-A82B-3AD03D0BC317}" dt="2026-04-07T13:55:56.401" v="438" actId="47"/>
        <pc:sldMkLst>
          <pc:docMk/>
          <pc:sldMk cId="503872533" sldId="262"/>
        </pc:sldMkLst>
      </pc:sldChg>
      <pc:sldChg chg="addSp delSp modSp add mod">
        <pc:chgData name="Taylor, Lyn" userId="c7edfcec-8e1b-44a5-b320-97a8b99570dc" providerId="ADAL" clId="{ADBD5F59-7256-4788-A82B-3AD03D0BC317}" dt="2026-04-07T14:51:09.662" v="1197" actId="207"/>
        <pc:sldMkLst>
          <pc:docMk/>
          <pc:sldMk cId="600947381" sldId="307"/>
        </pc:sldMkLst>
        <pc:spChg chg="mod">
          <ac:chgData name="Taylor, Lyn" userId="c7edfcec-8e1b-44a5-b320-97a8b99570dc" providerId="ADAL" clId="{ADBD5F59-7256-4788-A82B-3AD03D0BC317}" dt="2026-04-07T13:56:24.810" v="443" actId="1076"/>
          <ac:spMkLst>
            <pc:docMk/>
            <pc:sldMk cId="600947381" sldId="307"/>
            <ac:spMk id="2" creationId="{A85F81BE-E929-4A03-889A-639F34C52AA3}"/>
          </ac:spMkLst>
        </pc:spChg>
        <pc:spChg chg="add del mod">
          <ac:chgData name="Taylor, Lyn" userId="c7edfcec-8e1b-44a5-b320-97a8b99570dc" providerId="ADAL" clId="{ADBD5F59-7256-4788-A82B-3AD03D0BC317}" dt="2026-04-07T13:32:27.839" v="237" actId="478"/>
          <ac:spMkLst>
            <pc:docMk/>
            <pc:sldMk cId="600947381" sldId="307"/>
            <ac:spMk id="6" creationId="{BA5878C2-06C8-B444-A99E-9A13E0F64D40}"/>
          </ac:spMkLst>
        </pc:spChg>
        <pc:spChg chg="add mod">
          <ac:chgData name="Taylor, Lyn" userId="c7edfcec-8e1b-44a5-b320-97a8b99570dc" providerId="ADAL" clId="{ADBD5F59-7256-4788-A82B-3AD03D0BC317}" dt="2026-04-07T14:51:09.662" v="1197" actId="207"/>
          <ac:spMkLst>
            <pc:docMk/>
            <pc:sldMk cId="600947381" sldId="307"/>
            <ac:spMk id="7" creationId="{BFB55A44-7919-D6D9-5014-404A91A47885}"/>
          </ac:spMkLst>
        </pc:spChg>
        <pc:spChg chg="mod">
          <ac:chgData name="Taylor, Lyn" userId="c7edfcec-8e1b-44a5-b320-97a8b99570dc" providerId="ADAL" clId="{ADBD5F59-7256-4788-A82B-3AD03D0BC317}" dt="2026-04-07T13:56:35.243" v="446" actId="14100"/>
          <ac:spMkLst>
            <pc:docMk/>
            <pc:sldMk cId="600947381" sldId="307"/>
            <ac:spMk id="10" creationId="{DCC22072-2C8B-F9A4-C9F8-603B8FA8F3AB}"/>
          </ac:spMkLst>
        </pc:spChg>
        <pc:spChg chg="mod">
          <ac:chgData name="Taylor, Lyn" userId="c7edfcec-8e1b-44a5-b320-97a8b99570dc" providerId="ADAL" clId="{ADBD5F59-7256-4788-A82B-3AD03D0BC317}" dt="2026-04-07T13:57:07.580" v="454" actId="1076"/>
          <ac:spMkLst>
            <pc:docMk/>
            <pc:sldMk cId="600947381" sldId="307"/>
            <ac:spMk id="11" creationId="{9EBEF4A1-06E1-DC6D-4BA4-FD58562D6E0C}"/>
          </ac:spMkLst>
        </pc:spChg>
        <pc:spChg chg="add del mod">
          <ac:chgData name="Taylor, Lyn" userId="c7edfcec-8e1b-44a5-b320-97a8b99570dc" providerId="ADAL" clId="{ADBD5F59-7256-4788-A82B-3AD03D0BC317}" dt="2026-04-07T14:20:23.660" v="869" actId="20577"/>
          <ac:spMkLst>
            <pc:docMk/>
            <pc:sldMk cId="600947381" sldId="307"/>
            <ac:spMk id="14" creationId="{4B880346-088D-87F1-223F-C99EB2CA9848}"/>
          </ac:spMkLst>
        </pc:spChg>
        <pc:spChg chg="mod">
          <ac:chgData name="Taylor, Lyn" userId="c7edfcec-8e1b-44a5-b320-97a8b99570dc" providerId="ADAL" clId="{ADBD5F59-7256-4788-A82B-3AD03D0BC317}" dt="2026-04-07T13:57:17.492" v="456" actId="1076"/>
          <ac:spMkLst>
            <pc:docMk/>
            <pc:sldMk cId="600947381" sldId="307"/>
            <ac:spMk id="16" creationId="{680C538B-ABBA-985D-CF77-754C195D8BC2}"/>
          </ac:spMkLst>
        </pc:spChg>
        <pc:spChg chg="del mod">
          <ac:chgData name="Taylor, Lyn" userId="c7edfcec-8e1b-44a5-b320-97a8b99570dc" providerId="ADAL" clId="{ADBD5F59-7256-4788-A82B-3AD03D0BC317}" dt="2026-04-07T13:32:52.693" v="240" actId="21"/>
          <ac:spMkLst>
            <pc:docMk/>
            <pc:sldMk cId="600947381" sldId="307"/>
            <ac:spMk id="23" creationId="{5FD3432B-CF26-CEBA-1651-589BA154D237}"/>
          </ac:spMkLst>
        </pc:spChg>
        <pc:spChg chg="del">
          <ac:chgData name="Taylor, Lyn" userId="c7edfcec-8e1b-44a5-b320-97a8b99570dc" providerId="ADAL" clId="{ADBD5F59-7256-4788-A82B-3AD03D0BC317}" dt="2026-04-07T13:28:53.797" v="149" actId="478"/>
          <ac:spMkLst>
            <pc:docMk/>
            <pc:sldMk cId="600947381" sldId="307"/>
            <ac:spMk id="27" creationId="{1CDA74DC-212A-BF07-9003-9A03FC243557}"/>
          </ac:spMkLst>
        </pc:spChg>
        <pc:spChg chg="mod">
          <ac:chgData name="Taylor, Lyn" userId="c7edfcec-8e1b-44a5-b320-97a8b99570dc" providerId="ADAL" clId="{ADBD5F59-7256-4788-A82B-3AD03D0BC317}" dt="2026-04-07T13:27:14.745" v="99" actId="6549"/>
          <ac:spMkLst>
            <pc:docMk/>
            <pc:sldMk cId="600947381" sldId="307"/>
            <ac:spMk id="32" creationId="{F70397F8-E8F1-8215-F5D0-6C9A9EB13998}"/>
          </ac:spMkLst>
        </pc:spChg>
        <pc:spChg chg="mod">
          <ac:chgData name="Taylor, Lyn" userId="c7edfcec-8e1b-44a5-b320-97a8b99570dc" providerId="ADAL" clId="{ADBD5F59-7256-4788-A82B-3AD03D0BC317}" dt="2026-04-07T13:26:13.455" v="90" actId="1076"/>
          <ac:spMkLst>
            <pc:docMk/>
            <pc:sldMk cId="600947381" sldId="307"/>
            <ac:spMk id="36" creationId="{2B86E5D8-CEC0-7F1C-ABAF-ADBF5CD117BA}"/>
          </ac:spMkLst>
        </pc:spChg>
        <pc:spChg chg="del">
          <ac:chgData name="Taylor, Lyn" userId="c7edfcec-8e1b-44a5-b320-97a8b99570dc" providerId="ADAL" clId="{ADBD5F59-7256-4788-A82B-3AD03D0BC317}" dt="2026-04-07T13:57:13.182" v="455" actId="478"/>
          <ac:spMkLst>
            <pc:docMk/>
            <pc:sldMk cId="600947381" sldId="307"/>
            <ac:spMk id="159" creationId="{0395ABAD-DE96-9DA4-7EF9-EC1D21A32390}"/>
          </ac:spMkLst>
        </pc:spChg>
        <pc:grpChg chg="del">
          <ac:chgData name="Taylor, Lyn" userId="c7edfcec-8e1b-44a5-b320-97a8b99570dc" providerId="ADAL" clId="{ADBD5F59-7256-4788-A82B-3AD03D0BC317}" dt="2026-04-07T13:27:16.424" v="100" actId="478"/>
          <ac:grpSpMkLst>
            <pc:docMk/>
            <pc:sldMk cId="600947381" sldId="307"/>
            <ac:grpSpMk id="37" creationId="{936DF84C-9826-C3ED-B979-2BF520D3468E}"/>
          </ac:grpSpMkLst>
        </pc:grpChg>
        <pc:grpChg chg="del">
          <ac:chgData name="Taylor, Lyn" userId="c7edfcec-8e1b-44a5-b320-97a8b99570dc" providerId="ADAL" clId="{ADBD5F59-7256-4788-A82B-3AD03D0BC317}" dt="2026-04-07T13:27:17.277" v="101" actId="478"/>
          <ac:grpSpMkLst>
            <pc:docMk/>
            <pc:sldMk cId="600947381" sldId="307"/>
            <ac:grpSpMk id="53" creationId="{7E48068F-127E-CCE1-49F6-BFC61E1FC116}"/>
          </ac:grpSpMkLst>
        </pc:grpChg>
        <pc:grpChg chg="del">
          <ac:chgData name="Taylor, Lyn" userId="c7edfcec-8e1b-44a5-b320-97a8b99570dc" providerId="ADAL" clId="{ADBD5F59-7256-4788-A82B-3AD03D0BC317}" dt="2026-04-07T13:27:19.323" v="104" actId="478"/>
          <ac:grpSpMkLst>
            <pc:docMk/>
            <pc:sldMk cId="600947381" sldId="307"/>
            <ac:grpSpMk id="151" creationId="{66A7670D-B756-5B07-8E1F-93FE732AEED3}"/>
          </ac:grpSpMkLst>
        </pc:grpChg>
        <pc:graphicFrameChg chg="del mod">
          <ac:chgData name="Taylor, Lyn" userId="c7edfcec-8e1b-44a5-b320-97a8b99570dc" providerId="ADAL" clId="{ADBD5F59-7256-4788-A82B-3AD03D0BC317}" dt="2026-04-07T13:27:26.920" v="108" actId="478"/>
          <ac:graphicFrameMkLst>
            <pc:docMk/>
            <pc:sldMk cId="600947381" sldId="307"/>
            <ac:graphicFrameMk id="22" creationId="{6EEF0523-2C3C-19DA-CB00-BB72FBB4D2B6}"/>
          </ac:graphicFrameMkLst>
        </pc:graphicFrameChg>
        <pc:picChg chg="mod">
          <ac:chgData name="Taylor, Lyn" userId="c7edfcec-8e1b-44a5-b320-97a8b99570dc" providerId="ADAL" clId="{ADBD5F59-7256-4788-A82B-3AD03D0BC317}" dt="2026-04-07T13:56:20.468" v="442" actId="14100"/>
          <ac:picMkLst>
            <pc:docMk/>
            <pc:sldMk cId="600947381" sldId="307"/>
            <ac:picMk id="5" creationId="{6FA5CF53-4690-03D3-D6AF-959CF6BB3AE8}"/>
          </ac:picMkLst>
        </pc:picChg>
        <pc:picChg chg="mod">
          <ac:chgData name="Taylor, Lyn" userId="c7edfcec-8e1b-44a5-b320-97a8b99570dc" providerId="ADAL" clId="{ADBD5F59-7256-4788-A82B-3AD03D0BC317}" dt="2026-04-07T13:56:53.101" v="452" actId="1076"/>
          <ac:picMkLst>
            <pc:docMk/>
            <pc:sldMk cId="600947381" sldId="307"/>
            <ac:picMk id="9" creationId="{8D713037-883C-FAAA-30A5-3AC32EE82577}"/>
          </ac:picMkLst>
        </pc:picChg>
        <pc:picChg chg="mod">
          <ac:chgData name="Taylor, Lyn" userId="c7edfcec-8e1b-44a5-b320-97a8b99570dc" providerId="ADAL" clId="{ADBD5F59-7256-4788-A82B-3AD03D0BC317}" dt="2026-04-07T13:56:42.427" v="448" actId="1076"/>
          <ac:picMkLst>
            <pc:docMk/>
            <pc:sldMk cId="600947381" sldId="307"/>
            <ac:picMk id="13" creationId="{6EDE481D-7BD5-279A-3584-FAF32C54725D}"/>
          </ac:picMkLst>
        </pc:picChg>
        <pc:picChg chg="mod">
          <ac:chgData name="Taylor, Lyn" userId="c7edfcec-8e1b-44a5-b320-97a8b99570dc" providerId="ADAL" clId="{ADBD5F59-7256-4788-A82B-3AD03D0BC317}" dt="2026-04-07T13:24:27.119" v="75" actId="1076"/>
          <ac:picMkLst>
            <pc:docMk/>
            <pc:sldMk cId="600947381" sldId="307"/>
            <ac:picMk id="18" creationId="{3BEC6BDB-14B4-E5B9-78B0-FA9724FED488}"/>
          </ac:picMkLst>
        </pc:picChg>
        <pc:picChg chg="del mod">
          <ac:chgData name="Taylor, Lyn" userId="c7edfcec-8e1b-44a5-b320-97a8b99570dc" providerId="ADAL" clId="{ADBD5F59-7256-4788-A82B-3AD03D0BC317}" dt="2026-04-07T13:27:25.008" v="107" actId="478"/>
          <ac:picMkLst>
            <pc:docMk/>
            <pc:sldMk cId="600947381" sldId="307"/>
            <ac:picMk id="33" creationId="{F0FDC83D-5A81-138E-152F-38EE001E96F8}"/>
          </ac:picMkLst>
        </pc:picChg>
        <pc:picChg chg="del mod">
          <ac:chgData name="Taylor, Lyn" userId="c7edfcec-8e1b-44a5-b320-97a8b99570dc" providerId="ADAL" clId="{ADBD5F59-7256-4788-A82B-3AD03D0BC317}" dt="2026-04-07T13:27:24.623" v="106" actId="478"/>
          <ac:picMkLst>
            <pc:docMk/>
            <pc:sldMk cId="600947381" sldId="307"/>
            <ac:picMk id="34" creationId="{491719C7-1F2A-DE33-A717-7789B0BE9CE0}"/>
          </ac:picMkLst>
        </pc:picChg>
        <pc:picChg chg="del">
          <ac:chgData name="Taylor, Lyn" userId="c7edfcec-8e1b-44a5-b320-97a8b99570dc" providerId="ADAL" clId="{ADBD5F59-7256-4788-A82B-3AD03D0BC317}" dt="2026-04-07T13:27:13.989" v="98" actId="478"/>
          <ac:picMkLst>
            <pc:docMk/>
            <pc:sldMk cId="600947381" sldId="307"/>
            <ac:picMk id="39" creationId="{C70D5501-78C1-79D3-E37B-AFF9D671682B}"/>
          </ac:picMkLst>
        </pc:picChg>
        <pc:picChg chg="del">
          <ac:chgData name="Taylor, Lyn" userId="c7edfcec-8e1b-44a5-b320-97a8b99570dc" providerId="ADAL" clId="{ADBD5F59-7256-4788-A82B-3AD03D0BC317}" dt="2026-04-07T13:27:13.404" v="97" actId="478"/>
          <ac:picMkLst>
            <pc:docMk/>
            <pc:sldMk cId="600947381" sldId="307"/>
            <ac:picMk id="41" creationId="{BFAF8C1C-A692-5A3E-5F8C-3443D3F9449D}"/>
          </ac:picMkLst>
        </pc:picChg>
        <pc:picChg chg="del">
          <ac:chgData name="Taylor, Lyn" userId="c7edfcec-8e1b-44a5-b320-97a8b99570dc" providerId="ADAL" clId="{ADBD5F59-7256-4788-A82B-3AD03D0BC317}" dt="2026-04-07T13:27:17.983" v="102" actId="478"/>
          <ac:picMkLst>
            <pc:docMk/>
            <pc:sldMk cId="600947381" sldId="307"/>
            <ac:picMk id="47" creationId="{2DC6ED4C-D9CA-52A8-6391-CAFA1DE4F64B}"/>
          </ac:picMkLst>
        </pc:picChg>
        <pc:picChg chg="del">
          <ac:chgData name="Taylor, Lyn" userId="c7edfcec-8e1b-44a5-b320-97a8b99570dc" providerId="ADAL" clId="{ADBD5F59-7256-4788-A82B-3AD03D0BC317}" dt="2026-04-07T13:27:24.056" v="105" actId="478"/>
          <ac:picMkLst>
            <pc:docMk/>
            <pc:sldMk cId="600947381" sldId="307"/>
            <ac:picMk id="55" creationId="{4011F190-CC75-151A-142D-3FB0519205CC}"/>
          </ac:picMkLst>
        </pc:picChg>
        <pc:picChg chg="del">
          <ac:chgData name="Taylor, Lyn" userId="c7edfcec-8e1b-44a5-b320-97a8b99570dc" providerId="ADAL" clId="{ADBD5F59-7256-4788-A82B-3AD03D0BC317}" dt="2026-04-07T13:27:18.615" v="103" actId="478"/>
          <ac:picMkLst>
            <pc:docMk/>
            <pc:sldMk cId="600947381" sldId="307"/>
            <ac:picMk id="153" creationId="{3F3F633A-AAED-A0BB-7CC2-B0012DBC0D3A}"/>
          </ac:picMkLst>
        </pc:picChg>
        <pc:cxnChg chg="mod">
          <ac:chgData name="Taylor, Lyn" userId="c7edfcec-8e1b-44a5-b320-97a8b99570dc" providerId="ADAL" clId="{ADBD5F59-7256-4788-A82B-3AD03D0BC317}" dt="2026-04-07T13:27:19.323" v="104" actId="478"/>
          <ac:cxnSpMkLst>
            <pc:docMk/>
            <pc:sldMk cId="600947381" sldId="307"/>
            <ac:cxnSpMk id="85" creationId="{01117BAF-38D2-8FE8-1C7B-58C971A73A66}"/>
          </ac:cxnSpMkLst>
        </pc:cxnChg>
        <pc:cxnChg chg="mod">
          <ac:chgData name="Taylor, Lyn" userId="c7edfcec-8e1b-44a5-b320-97a8b99570dc" providerId="ADAL" clId="{ADBD5F59-7256-4788-A82B-3AD03D0BC317}" dt="2026-04-07T13:27:19.323" v="104" actId="478"/>
          <ac:cxnSpMkLst>
            <pc:docMk/>
            <pc:sldMk cId="600947381" sldId="307"/>
            <ac:cxnSpMk id="88" creationId="{A052ECF7-027D-43CA-C67B-BA815C114565}"/>
          </ac:cxnSpMkLst>
        </pc:cxnChg>
        <pc:cxnChg chg="mod">
          <ac:chgData name="Taylor, Lyn" userId="c7edfcec-8e1b-44a5-b320-97a8b99570dc" providerId="ADAL" clId="{ADBD5F59-7256-4788-A82B-3AD03D0BC317}" dt="2026-04-07T13:27:19.323" v="104" actId="478"/>
          <ac:cxnSpMkLst>
            <pc:docMk/>
            <pc:sldMk cId="600947381" sldId="307"/>
            <ac:cxnSpMk id="94" creationId="{72B15CF3-08E8-2CBC-43C5-09921F2A2AAF}"/>
          </ac:cxnSpMkLst>
        </pc:cxnChg>
        <pc:cxnChg chg="mod">
          <ac:chgData name="Taylor, Lyn" userId="c7edfcec-8e1b-44a5-b320-97a8b99570dc" providerId="ADAL" clId="{ADBD5F59-7256-4788-A82B-3AD03D0BC317}" dt="2026-04-07T13:27:19.323" v="104" actId="478"/>
          <ac:cxnSpMkLst>
            <pc:docMk/>
            <pc:sldMk cId="600947381" sldId="307"/>
            <ac:cxnSpMk id="96" creationId="{02D960B3-1B23-DF1D-1EA4-F6449380C6A5}"/>
          </ac:cxnSpMkLst>
        </pc:cxnChg>
        <pc:cxnChg chg="mod">
          <ac:chgData name="Taylor, Lyn" userId="c7edfcec-8e1b-44a5-b320-97a8b99570dc" providerId="ADAL" clId="{ADBD5F59-7256-4788-A82B-3AD03D0BC317}" dt="2026-04-07T13:27:19.323" v="104" actId="478"/>
          <ac:cxnSpMkLst>
            <pc:docMk/>
            <pc:sldMk cId="600947381" sldId="307"/>
            <ac:cxnSpMk id="98" creationId="{95BFE534-4C89-771A-64C7-ECF01A8C00B6}"/>
          </ac:cxnSpMkLst>
        </pc:cxnChg>
        <pc:cxnChg chg="mod">
          <ac:chgData name="Taylor, Lyn" userId="c7edfcec-8e1b-44a5-b320-97a8b99570dc" providerId="ADAL" clId="{ADBD5F59-7256-4788-A82B-3AD03D0BC317}" dt="2026-04-07T13:27:19.323" v="104" actId="478"/>
          <ac:cxnSpMkLst>
            <pc:docMk/>
            <pc:sldMk cId="600947381" sldId="307"/>
            <ac:cxnSpMk id="128" creationId="{FD92E1DE-3F88-FE78-64B3-FF12E9EB23A9}"/>
          </ac:cxnSpMkLst>
        </pc:cxnChg>
        <pc:cxnChg chg="mod">
          <ac:chgData name="Taylor, Lyn" userId="c7edfcec-8e1b-44a5-b320-97a8b99570dc" providerId="ADAL" clId="{ADBD5F59-7256-4788-A82B-3AD03D0BC317}" dt="2026-04-07T13:27:19.323" v="104" actId="478"/>
          <ac:cxnSpMkLst>
            <pc:docMk/>
            <pc:sldMk cId="600947381" sldId="307"/>
            <ac:cxnSpMk id="130" creationId="{A050932E-DC5E-1997-C964-5B592D058F4B}"/>
          </ac:cxnSpMkLst>
        </pc:cxnChg>
        <pc:cxnChg chg="mod">
          <ac:chgData name="Taylor, Lyn" userId="c7edfcec-8e1b-44a5-b320-97a8b99570dc" providerId="ADAL" clId="{ADBD5F59-7256-4788-A82B-3AD03D0BC317}" dt="2026-04-07T13:27:19.323" v="104" actId="478"/>
          <ac:cxnSpMkLst>
            <pc:docMk/>
            <pc:sldMk cId="600947381" sldId="307"/>
            <ac:cxnSpMk id="134" creationId="{B9A8F5F6-E424-E661-B1F7-0CA46B5A9261}"/>
          </ac:cxnSpMkLst>
        </pc:cxnChg>
        <pc:cxnChg chg="mod">
          <ac:chgData name="Taylor, Lyn" userId="c7edfcec-8e1b-44a5-b320-97a8b99570dc" providerId="ADAL" clId="{ADBD5F59-7256-4788-A82B-3AD03D0BC317}" dt="2026-04-07T13:27:19.323" v="104" actId="478"/>
          <ac:cxnSpMkLst>
            <pc:docMk/>
            <pc:sldMk cId="600947381" sldId="307"/>
            <ac:cxnSpMk id="136" creationId="{971E5919-DD07-56E2-986F-8236ABB0D02B}"/>
          </ac:cxnSpMkLst>
        </pc:cxnChg>
      </pc:sldChg>
      <pc:sldChg chg="addSp delSp modSp add del mod">
        <pc:chgData name="Taylor, Lyn" userId="c7edfcec-8e1b-44a5-b320-97a8b99570dc" providerId="ADAL" clId="{ADBD5F59-7256-4788-A82B-3AD03D0BC317}" dt="2026-04-07T13:52:28.225" v="363" actId="47"/>
        <pc:sldMkLst>
          <pc:docMk/>
          <pc:sldMk cId="569363790" sldId="308"/>
        </pc:sldMkLst>
        <pc:spChg chg="del">
          <ac:chgData name="Taylor, Lyn" userId="c7edfcec-8e1b-44a5-b320-97a8b99570dc" providerId="ADAL" clId="{ADBD5F59-7256-4788-A82B-3AD03D0BC317}" dt="2026-04-07T13:27:07.278" v="95" actId="478"/>
          <ac:spMkLst>
            <pc:docMk/>
            <pc:sldMk cId="569363790" sldId="308"/>
            <ac:spMk id="16" creationId="{2F300E37-84DB-7457-1EC4-5B6D66E85A60}"/>
          </ac:spMkLst>
        </pc:spChg>
        <pc:spChg chg="del">
          <ac:chgData name="Taylor, Lyn" userId="c7edfcec-8e1b-44a5-b320-97a8b99570dc" providerId="ADAL" clId="{ADBD5F59-7256-4788-A82B-3AD03D0BC317}" dt="2026-04-07T13:27:08.856" v="96" actId="478"/>
          <ac:spMkLst>
            <pc:docMk/>
            <pc:sldMk cId="569363790" sldId="308"/>
            <ac:spMk id="23" creationId="{B842606C-A40E-2529-3542-F5DEAB9A0984}"/>
          </ac:spMkLst>
        </pc:spChg>
        <pc:spChg chg="del">
          <ac:chgData name="Taylor, Lyn" userId="c7edfcec-8e1b-44a5-b320-97a8b99570dc" providerId="ADAL" clId="{ADBD5F59-7256-4788-A82B-3AD03D0BC317}" dt="2026-04-07T13:46:47.998" v="320" actId="478"/>
          <ac:spMkLst>
            <pc:docMk/>
            <pc:sldMk cId="569363790" sldId="308"/>
            <ac:spMk id="27" creationId="{F9FB680B-D0F2-61B4-91C3-C194E7FEA312}"/>
          </ac:spMkLst>
        </pc:spChg>
        <pc:grpChg chg="mod ord">
          <ac:chgData name="Taylor, Lyn" userId="c7edfcec-8e1b-44a5-b320-97a8b99570dc" providerId="ADAL" clId="{ADBD5F59-7256-4788-A82B-3AD03D0BC317}" dt="2026-04-07T13:49:10.247" v="336" actId="1076"/>
          <ac:grpSpMkLst>
            <pc:docMk/>
            <pc:sldMk cId="569363790" sldId="308"/>
            <ac:grpSpMk id="37" creationId="{1FFC34C5-B77D-AC97-9DC6-F7C59A8DAA05}"/>
          </ac:grpSpMkLst>
        </pc:grpChg>
        <pc:grpChg chg="mod ord">
          <ac:chgData name="Taylor, Lyn" userId="c7edfcec-8e1b-44a5-b320-97a8b99570dc" providerId="ADAL" clId="{ADBD5F59-7256-4788-A82B-3AD03D0BC317}" dt="2026-04-07T13:49:23.939" v="338" actId="14100"/>
          <ac:grpSpMkLst>
            <pc:docMk/>
            <pc:sldMk cId="569363790" sldId="308"/>
            <ac:grpSpMk id="53" creationId="{A1B17E8E-2E06-C92E-8AFC-C94ACF976BDC}"/>
          </ac:grpSpMkLst>
        </pc:grpChg>
        <pc:grpChg chg="mod">
          <ac:chgData name="Taylor, Lyn" userId="c7edfcec-8e1b-44a5-b320-97a8b99570dc" providerId="ADAL" clId="{ADBD5F59-7256-4788-A82B-3AD03D0BC317}" dt="2026-04-07T13:49:34.472" v="340" actId="14100"/>
          <ac:grpSpMkLst>
            <pc:docMk/>
            <pc:sldMk cId="569363790" sldId="308"/>
            <ac:grpSpMk id="151" creationId="{0AB21DBF-E4ED-20C0-4266-A8FA752DD125}"/>
          </ac:grpSpMkLst>
        </pc:grpChg>
        <pc:graphicFrameChg chg="add mod modGraphic">
          <ac:chgData name="Taylor, Lyn" userId="c7edfcec-8e1b-44a5-b320-97a8b99570dc" providerId="ADAL" clId="{ADBD5F59-7256-4788-A82B-3AD03D0BC317}" dt="2026-04-07T13:48:18.480" v="329" actId="255"/>
          <ac:graphicFrameMkLst>
            <pc:docMk/>
            <pc:sldMk cId="569363790" sldId="308"/>
            <ac:graphicFrameMk id="4" creationId="{AA66BFC1-0DE3-6846-0678-096668DBDD71}"/>
          </ac:graphicFrameMkLst>
        </pc:graphicFrameChg>
        <pc:graphicFrameChg chg="mod modGraphic">
          <ac:chgData name="Taylor, Lyn" userId="c7edfcec-8e1b-44a5-b320-97a8b99570dc" providerId="ADAL" clId="{ADBD5F59-7256-4788-A82B-3AD03D0BC317}" dt="2026-04-07T13:48:35.634" v="332" actId="14100"/>
          <ac:graphicFrameMkLst>
            <pc:docMk/>
            <pc:sldMk cId="569363790" sldId="308"/>
            <ac:graphicFrameMk id="22" creationId="{CE7AD60C-0144-0318-C11B-4C56111A80D0}"/>
          </ac:graphicFrameMkLst>
        </pc:graphicFrameChg>
        <pc:picChg chg="mod">
          <ac:chgData name="Taylor, Lyn" userId="c7edfcec-8e1b-44a5-b320-97a8b99570dc" providerId="ADAL" clId="{ADBD5F59-7256-4788-A82B-3AD03D0BC317}" dt="2026-04-07T13:50:08.690" v="347" actId="1076"/>
          <ac:picMkLst>
            <pc:docMk/>
            <pc:sldMk cId="569363790" sldId="308"/>
            <ac:picMk id="33" creationId="{4DB38053-DBA8-EB14-5D35-ACD905DD164F}"/>
          </ac:picMkLst>
        </pc:picChg>
        <pc:picChg chg="mod">
          <ac:chgData name="Taylor, Lyn" userId="c7edfcec-8e1b-44a5-b320-97a8b99570dc" providerId="ADAL" clId="{ADBD5F59-7256-4788-A82B-3AD03D0BC317}" dt="2026-04-07T13:50:10.359" v="348" actId="1076"/>
          <ac:picMkLst>
            <pc:docMk/>
            <pc:sldMk cId="569363790" sldId="308"/>
            <ac:picMk id="34" creationId="{AA9B774F-0DA9-2A57-0A0E-C789D901B093}"/>
          </ac:picMkLst>
        </pc:picChg>
        <pc:picChg chg="mod ord">
          <ac:chgData name="Taylor, Lyn" userId="c7edfcec-8e1b-44a5-b320-97a8b99570dc" providerId="ADAL" clId="{ADBD5F59-7256-4788-A82B-3AD03D0BC317}" dt="2026-04-07T13:49:59.910" v="345" actId="1076"/>
          <ac:picMkLst>
            <pc:docMk/>
            <pc:sldMk cId="569363790" sldId="308"/>
            <ac:picMk id="39" creationId="{041AFE56-8296-B8A4-0D5B-B8FE82246598}"/>
          </ac:picMkLst>
        </pc:picChg>
        <pc:picChg chg="mod ord">
          <ac:chgData name="Taylor, Lyn" userId="c7edfcec-8e1b-44a5-b320-97a8b99570dc" providerId="ADAL" clId="{ADBD5F59-7256-4788-A82B-3AD03D0BC317}" dt="2026-04-07T13:49:58.440" v="344" actId="1076"/>
          <ac:picMkLst>
            <pc:docMk/>
            <pc:sldMk cId="569363790" sldId="308"/>
            <ac:picMk id="41" creationId="{35AA6985-7E19-DFBC-66DA-09AF6A825857}"/>
          </ac:picMkLst>
        </pc:picChg>
        <pc:picChg chg="mod ord">
          <ac:chgData name="Taylor, Lyn" userId="c7edfcec-8e1b-44a5-b320-97a8b99570dc" providerId="ADAL" clId="{ADBD5F59-7256-4788-A82B-3AD03D0BC317}" dt="2026-04-07T13:49:55.745" v="343" actId="1076"/>
          <ac:picMkLst>
            <pc:docMk/>
            <pc:sldMk cId="569363790" sldId="308"/>
            <ac:picMk id="47" creationId="{F1189542-9C91-EC60-3AA8-6FE6F8AD5AF2}"/>
          </ac:picMkLst>
        </pc:picChg>
        <pc:picChg chg="mod ord">
          <ac:chgData name="Taylor, Lyn" userId="c7edfcec-8e1b-44a5-b320-97a8b99570dc" providerId="ADAL" clId="{ADBD5F59-7256-4788-A82B-3AD03D0BC317}" dt="2026-04-07T13:50:07.091" v="346" actId="1076"/>
          <ac:picMkLst>
            <pc:docMk/>
            <pc:sldMk cId="569363790" sldId="308"/>
            <ac:picMk id="55" creationId="{8B17A6E1-35A2-A062-2BC0-F0E781B7A7C6}"/>
          </ac:picMkLst>
        </pc:picChg>
        <pc:picChg chg="mod">
          <ac:chgData name="Taylor, Lyn" userId="c7edfcec-8e1b-44a5-b320-97a8b99570dc" providerId="ADAL" clId="{ADBD5F59-7256-4788-A82B-3AD03D0BC317}" dt="2026-04-07T13:48:44.024" v="333" actId="1076"/>
          <ac:picMkLst>
            <pc:docMk/>
            <pc:sldMk cId="569363790" sldId="308"/>
            <ac:picMk id="153" creationId="{57C89081-CD94-A479-720D-8527A9C5A111}"/>
          </ac:picMkLst>
        </pc:picChg>
      </pc:sldChg>
      <pc:sldChg chg="addSp delSp modSp add mod">
        <pc:chgData name="Taylor, Lyn" userId="c7edfcec-8e1b-44a5-b320-97a8b99570dc" providerId="ADAL" clId="{ADBD5F59-7256-4788-A82B-3AD03D0BC317}" dt="2026-04-07T14:51:13.444" v="1198"/>
        <pc:sldMkLst>
          <pc:docMk/>
          <pc:sldMk cId="3306450778" sldId="309"/>
        </pc:sldMkLst>
        <pc:spChg chg="del">
          <ac:chgData name="Taylor, Lyn" userId="c7edfcec-8e1b-44a5-b320-97a8b99570dc" providerId="ADAL" clId="{ADBD5F59-7256-4788-A82B-3AD03D0BC317}" dt="2026-04-07T14:48:49.594" v="1047" actId="478"/>
          <ac:spMkLst>
            <pc:docMk/>
            <pc:sldMk cId="3306450778" sldId="309"/>
            <ac:spMk id="2" creationId="{CDD771AD-53A1-17E6-4C71-3A9BBD266A8D}"/>
          </ac:spMkLst>
        </pc:spChg>
        <pc:spChg chg="del">
          <ac:chgData name="Taylor, Lyn" userId="c7edfcec-8e1b-44a5-b320-97a8b99570dc" providerId="ADAL" clId="{ADBD5F59-7256-4788-A82B-3AD03D0BC317}" dt="2026-04-07T13:52:05.095" v="360" actId="478"/>
          <ac:spMkLst>
            <pc:docMk/>
            <pc:sldMk cId="3306450778" sldId="309"/>
            <ac:spMk id="6" creationId="{841B65F8-9247-4D7E-404F-0769F9893F91}"/>
          </ac:spMkLst>
        </pc:spChg>
        <pc:spChg chg="del">
          <ac:chgData name="Taylor, Lyn" userId="c7edfcec-8e1b-44a5-b320-97a8b99570dc" providerId="ADAL" clId="{ADBD5F59-7256-4788-A82B-3AD03D0BC317}" dt="2026-04-07T14:48:47.640" v="1045" actId="478"/>
          <ac:spMkLst>
            <pc:docMk/>
            <pc:sldMk cId="3306450778" sldId="309"/>
            <ac:spMk id="10" creationId="{52B59E3D-0A2D-FCAB-9A9C-ED4A19DE903A}"/>
          </ac:spMkLst>
        </pc:spChg>
        <pc:spChg chg="del mod">
          <ac:chgData name="Taylor, Lyn" userId="c7edfcec-8e1b-44a5-b320-97a8b99570dc" providerId="ADAL" clId="{ADBD5F59-7256-4788-A82B-3AD03D0BC317}" dt="2026-04-07T14:48:46.504" v="1044" actId="478"/>
          <ac:spMkLst>
            <pc:docMk/>
            <pc:sldMk cId="3306450778" sldId="309"/>
            <ac:spMk id="11" creationId="{8E445CD9-9388-329B-903A-A2DEB4765E6A}"/>
          </ac:spMkLst>
        </pc:spChg>
        <pc:spChg chg="mod">
          <ac:chgData name="Taylor, Lyn" userId="c7edfcec-8e1b-44a5-b320-97a8b99570dc" providerId="ADAL" clId="{ADBD5F59-7256-4788-A82B-3AD03D0BC317}" dt="2026-04-07T14:20:42.131" v="871" actId="20577"/>
          <ac:spMkLst>
            <pc:docMk/>
            <pc:sldMk cId="3306450778" sldId="309"/>
            <ac:spMk id="14" creationId="{237F5DAE-7138-D091-54C3-574FA58C5C9F}"/>
          </ac:spMkLst>
        </pc:spChg>
        <pc:spChg chg="del">
          <ac:chgData name="Taylor, Lyn" userId="c7edfcec-8e1b-44a5-b320-97a8b99570dc" providerId="ADAL" clId="{ADBD5F59-7256-4788-A82B-3AD03D0BC317}" dt="2026-04-07T13:50:26.779" v="349" actId="478"/>
          <ac:spMkLst>
            <pc:docMk/>
            <pc:sldMk cId="3306450778" sldId="309"/>
            <ac:spMk id="16" creationId="{B8FBBF7E-C06C-2C86-8744-110190858C14}"/>
          </ac:spMkLst>
        </pc:spChg>
        <pc:spChg chg="mod">
          <ac:chgData name="Taylor, Lyn" userId="c7edfcec-8e1b-44a5-b320-97a8b99570dc" providerId="ADAL" clId="{ADBD5F59-7256-4788-A82B-3AD03D0BC317}" dt="2026-04-07T13:52:06.264" v="361"/>
          <ac:spMkLst>
            <pc:docMk/>
            <pc:sldMk cId="3306450778" sldId="309"/>
            <ac:spMk id="22" creationId="{3B6125B1-4A69-F904-3DCC-976CB3C5B95B}"/>
          </ac:spMkLst>
        </pc:spChg>
        <pc:spChg chg="del">
          <ac:chgData name="Taylor, Lyn" userId="c7edfcec-8e1b-44a5-b320-97a8b99570dc" providerId="ADAL" clId="{ADBD5F59-7256-4788-A82B-3AD03D0BC317}" dt="2026-04-07T13:52:03.990" v="359" actId="478"/>
          <ac:spMkLst>
            <pc:docMk/>
            <pc:sldMk cId="3306450778" sldId="309"/>
            <ac:spMk id="23" creationId="{2301BD7D-36C5-087C-7573-A8046EEC74DA}"/>
          </ac:spMkLst>
        </pc:spChg>
        <pc:spChg chg="mod">
          <ac:chgData name="Taylor, Lyn" userId="c7edfcec-8e1b-44a5-b320-97a8b99570dc" providerId="ADAL" clId="{ADBD5F59-7256-4788-A82B-3AD03D0BC317}" dt="2026-04-07T13:52:06.264" v="361"/>
          <ac:spMkLst>
            <pc:docMk/>
            <pc:sldMk cId="3306450778" sldId="309"/>
            <ac:spMk id="24" creationId="{1880875C-6867-6E4B-AC35-CBC1F54C346B}"/>
          </ac:spMkLst>
        </pc:spChg>
        <pc:spChg chg="mod">
          <ac:chgData name="Taylor, Lyn" userId="c7edfcec-8e1b-44a5-b320-97a8b99570dc" providerId="ADAL" clId="{ADBD5F59-7256-4788-A82B-3AD03D0BC317}" dt="2026-04-07T13:52:06.264" v="361"/>
          <ac:spMkLst>
            <pc:docMk/>
            <pc:sldMk cId="3306450778" sldId="309"/>
            <ac:spMk id="26" creationId="{EFB0C442-BF9A-FEA7-57E8-8B388B9BE858}"/>
          </ac:spMkLst>
        </pc:spChg>
        <pc:spChg chg="mod">
          <ac:chgData name="Taylor, Lyn" userId="c7edfcec-8e1b-44a5-b320-97a8b99570dc" providerId="ADAL" clId="{ADBD5F59-7256-4788-A82B-3AD03D0BC317}" dt="2026-04-07T13:52:06.264" v="361"/>
          <ac:spMkLst>
            <pc:docMk/>
            <pc:sldMk cId="3306450778" sldId="309"/>
            <ac:spMk id="34" creationId="{A5A9B84F-D13A-6F39-CFA5-33B0CA2D9148}"/>
          </ac:spMkLst>
        </pc:spChg>
        <pc:spChg chg="mod">
          <ac:chgData name="Taylor, Lyn" userId="c7edfcec-8e1b-44a5-b320-97a8b99570dc" providerId="ADAL" clId="{ADBD5F59-7256-4788-A82B-3AD03D0BC317}" dt="2026-04-07T13:52:06.264" v="361"/>
          <ac:spMkLst>
            <pc:docMk/>
            <pc:sldMk cId="3306450778" sldId="309"/>
            <ac:spMk id="35" creationId="{01A7FCDC-FD9A-3D8E-CB01-3E589BF120A9}"/>
          </ac:spMkLst>
        </pc:spChg>
        <pc:spChg chg="mod">
          <ac:chgData name="Taylor, Lyn" userId="c7edfcec-8e1b-44a5-b320-97a8b99570dc" providerId="ADAL" clId="{ADBD5F59-7256-4788-A82B-3AD03D0BC317}" dt="2026-04-07T13:52:06.264" v="361"/>
          <ac:spMkLst>
            <pc:docMk/>
            <pc:sldMk cId="3306450778" sldId="309"/>
            <ac:spMk id="37" creationId="{BC63EBF1-A9B9-7EA9-2548-10C4718B0378}"/>
          </ac:spMkLst>
        </pc:spChg>
        <pc:spChg chg="mod">
          <ac:chgData name="Taylor, Lyn" userId="c7edfcec-8e1b-44a5-b320-97a8b99570dc" providerId="ADAL" clId="{ADBD5F59-7256-4788-A82B-3AD03D0BC317}" dt="2026-04-07T13:52:06.264" v="361"/>
          <ac:spMkLst>
            <pc:docMk/>
            <pc:sldMk cId="3306450778" sldId="309"/>
            <ac:spMk id="39" creationId="{DA14AFD9-407A-1490-2E3B-E4AA94C0ADE4}"/>
          </ac:spMkLst>
        </pc:spChg>
        <pc:spChg chg="mod">
          <ac:chgData name="Taylor, Lyn" userId="c7edfcec-8e1b-44a5-b320-97a8b99570dc" providerId="ADAL" clId="{ADBD5F59-7256-4788-A82B-3AD03D0BC317}" dt="2026-04-07T13:52:06.264" v="361"/>
          <ac:spMkLst>
            <pc:docMk/>
            <pc:sldMk cId="3306450778" sldId="309"/>
            <ac:spMk id="41" creationId="{A2CDFA08-7E97-FF48-8C04-A4F8998998CB}"/>
          </ac:spMkLst>
        </pc:spChg>
        <pc:spChg chg="mod">
          <ac:chgData name="Taylor, Lyn" userId="c7edfcec-8e1b-44a5-b320-97a8b99570dc" providerId="ADAL" clId="{ADBD5F59-7256-4788-A82B-3AD03D0BC317}" dt="2026-04-07T13:52:06.264" v="361"/>
          <ac:spMkLst>
            <pc:docMk/>
            <pc:sldMk cId="3306450778" sldId="309"/>
            <ac:spMk id="43" creationId="{A8F08D08-3E4E-4892-C43C-250081157124}"/>
          </ac:spMkLst>
        </pc:spChg>
        <pc:spChg chg="mod">
          <ac:chgData name="Taylor, Lyn" userId="c7edfcec-8e1b-44a5-b320-97a8b99570dc" providerId="ADAL" clId="{ADBD5F59-7256-4788-A82B-3AD03D0BC317}" dt="2026-04-07T13:52:06.264" v="361"/>
          <ac:spMkLst>
            <pc:docMk/>
            <pc:sldMk cId="3306450778" sldId="309"/>
            <ac:spMk id="142" creationId="{9996CF0C-D8B3-F471-7C04-6D6CFC524551}"/>
          </ac:spMkLst>
        </pc:spChg>
        <pc:spChg chg="mod">
          <ac:chgData name="Taylor, Lyn" userId="c7edfcec-8e1b-44a5-b320-97a8b99570dc" providerId="ADAL" clId="{ADBD5F59-7256-4788-A82B-3AD03D0BC317}" dt="2026-04-07T13:52:25.430" v="362"/>
          <ac:spMkLst>
            <pc:docMk/>
            <pc:sldMk cId="3306450778" sldId="309"/>
            <ac:spMk id="170" creationId="{F0795A69-8B64-FFF1-8738-13C8B44B5F2F}"/>
          </ac:spMkLst>
        </pc:spChg>
        <pc:spChg chg="mod">
          <ac:chgData name="Taylor, Lyn" userId="c7edfcec-8e1b-44a5-b320-97a8b99570dc" providerId="ADAL" clId="{ADBD5F59-7256-4788-A82B-3AD03D0BC317}" dt="2026-04-07T13:52:25.430" v="362"/>
          <ac:spMkLst>
            <pc:docMk/>
            <pc:sldMk cId="3306450778" sldId="309"/>
            <ac:spMk id="171" creationId="{D390FD8E-C73E-BD4D-34C6-24A41207B960}"/>
          </ac:spMkLst>
        </pc:spChg>
        <pc:spChg chg="mod">
          <ac:chgData name="Taylor, Lyn" userId="c7edfcec-8e1b-44a5-b320-97a8b99570dc" providerId="ADAL" clId="{ADBD5F59-7256-4788-A82B-3AD03D0BC317}" dt="2026-04-07T13:52:25.430" v="362"/>
          <ac:spMkLst>
            <pc:docMk/>
            <pc:sldMk cId="3306450778" sldId="309"/>
            <ac:spMk id="173" creationId="{5D558715-40C7-7A70-5F13-B3E87A9B9637}"/>
          </ac:spMkLst>
        </pc:spChg>
        <pc:spChg chg="mod">
          <ac:chgData name="Taylor, Lyn" userId="c7edfcec-8e1b-44a5-b320-97a8b99570dc" providerId="ADAL" clId="{ADBD5F59-7256-4788-A82B-3AD03D0BC317}" dt="2026-04-07T13:52:25.430" v="362"/>
          <ac:spMkLst>
            <pc:docMk/>
            <pc:sldMk cId="3306450778" sldId="309"/>
            <ac:spMk id="175" creationId="{3A585389-67DA-0E0D-AD39-F8BFC20DB669}"/>
          </ac:spMkLst>
        </pc:spChg>
        <pc:spChg chg="mod">
          <ac:chgData name="Taylor, Lyn" userId="c7edfcec-8e1b-44a5-b320-97a8b99570dc" providerId="ADAL" clId="{ADBD5F59-7256-4788-A82B-3AD03D0BC317}" dt="2026-04-07T13:52:25.430" v="362"/>
          <ac:spMkLst>
            <pc:docMk/>
            <pc:sldMk cId="3306450778" sldId="309"/>
            <ac:spMk id="177" creationId="{828B116F-0183-5FCE-1FDA-ABCCB57EDD72}"/>
          </ac:spMkLst>
        </pc:spChg>
        <pc:spChg chg="mod">
          <ac:chgData name="Taylor, Lyn" userId="c7edfcec-8e1b-44a5-b320-97a8b99570dc" providerId="ADAL" clId="{ADBD5F59-7256-4788-A82B-3AD03D0BC317}" dt="2026-04-07T13:52:25.430" v="362"/>
          <ac:spMkLst>
            <pc:docMk/>
            <pc:sldMk cId="3306450778" sldId="309"/>
            <ac:spMk id="180" creationId="{306C25FC-5806-9811-1417-A4AECF5824AC}"/>
          </ac:spMkLst>
        </pc:spChg>
        <pc:spChg chg="mod">
          <ac:chgData name="Taylor, Lyn" userId="c7edfcec-8e1b-44a5-b320-97a8b99570dc" providerId="ADAL" clId="{ADBD5F59-7256-4788-A82B-3AD03D0BC317}" dt="2026-04-07T13:52:25.430" v="362"/>
          <ac:spMkLst>
            <pc:docMk/>
            <pc:sldMk cId="3306450778" sldId="309"/>
            <ac:spMk id="187" creationId="{C00D3549-D8F9-2D24-CB2E-E01B099C4ACD}"/>
          </ac:spMkLst>
        </pc:spChg>
        <pc:spChg chg="mod">
          <ac:chgData name="Taylor, Lyn" userId="c7edfcec-8e1b-44a5-b320-97a8b99570dc" providerId="ADAL" clId="{ADBD5F59-7256-4788-A82B-3AD03D0BC317}" dt="2026-04-07T13:52:25.430" v="362"/>
          <ac:spMkLst>
            <pc:docMk/>
            <pc:sldMk cId="3306450778" sldId="309"/>
            <ac:spMk id="221" creationId="{8202003E-F11B-52D3-C535-B53A3151A530}"/>
          </ac:spMkLst>
        </pc:spChg>
        <pc:spChg chg="mod">
          <ac:chgData name="Taylor, Lyn" userId="c7edfcec-8e1b-44a5-b320-97a8b99570dc" providerId="ADAL" clId="{ADBD5F59-7256-4788-A82B-3AD03D0BC317}" dt="2026-04-07T13:52:25.430" v="362"/>
          <ac:spMkLst>
            <pc:docMk/>
            <pc:sldMk cId="3306450778" sldId="309"/>
            <ac:spMk id="234" creationId="{2E7EBED6-A648-F06C-AA8A-E2595F4747DC}"/>
          </ac:spMkLst>
        </pc:spChg>
        <pc:spChg chg="mod">
          <ac:chgData name="Taylor, Lyn" userId="c7edfcec-8e1b-44a5-b320-97a8b99570dc" providerId="ADAL" clId="{ADBD5F59-7256-4788-A82B-3AD03D0BC317}" dt="2026-04-07T13:52:25.430" v="362"/>
          <ac:spMkLst>
            <pc:docMk/>
            <pc:sldMk cId="3306450778" sldId="309"/>
            <ac:spMk id="240" creationId="{FF7BF42A-D512-2C8A-DC6C-089E77ABC4C7}"/>
          </ac:spMkLst>
        </pc:spChg>
        <pc:spChg chg="add del mod topLvl">
          <ac:chgData name="Taylor, Lyn" userId="c7edfcec-8e1b-44a5-b320-97a8b99570dc" providerId="ADAL" clId="{ADBD5F59-7256-4788-A82B-3AD03D0BC317}" dt="2026-04-07T14:12:03.648" v="655" actId="478"/>
          <ac:spMkLst>
            <pc:docMk/>
            <pc:sldMk cId="3306450778" sldId="309"/>
            <ac:spMk id="255" creationId="{EAD61663-9803-D77E-BB69-9EA9749C6C4B}"/>
          </ac:spMkLst>
        </pc:spChg>
        <pc:spChg chg="mod">
          <ac:chgData name="Taylor, Lyn" userId="c7edfcec-8e1b-44a5-b320-97a8b99570dc" providerId="ADAL" clId="{ADBD5F59-7256-4788-A82B-3AD03D0BC317}" dt="2026-04-07T14:02:08.965" v="519" actId="165"/>
          <ac:spMkLst>
            <pc:docMk/>
            <pc:sldMk cId="3306450778" sldId="309"/>
            <ac:spMk id="261" creationId="{FFBFAD66-9C29-456F-8AA3-12B9A7AA7C4B}"/>
          </ac:spMkLst>
        </pc:spChg>
        <pc:spChg chg="mod">
          <ac:chgData name="Taylor, Lyn" userId="c7edfcec-8e1b-44a5-b320-97a8b99570dc" providerId="ADAL" clId="{ADBD5F59-7256-4788-A82B-3AD03D0BC317}" dt="2026-04-07T14:02:08.965" v="519" actId="165"/>
          <ac:spMkLst>
            <pc:docMk/>
            <pc:sldMk cId="3306450778" sldId="309"/>
            <ac:spMk id="263" creationId="{C54D58E6-4C21-D96A-5B4B-C36E4745B473}"/>
          </ac:spMkLst>
        </pc:spChg>
        <pc:spChg chg="mod">
          <ac:chgData name="Taylor, Lyn" userId="c7edfcec-8e1b-44a5-b320-97a8b99570dc" providerId="ADAL" clId="{ADBD5F59-7256-4788-A82B-3AD03D0BC317}" dt="2026-04-07T14:02:08.965" v="519" actId="165"/>
          <ac:spMkLst>
            <pc:docMk/>
            <pc:sldMk cId="3306450778" sldId="309"/>
            <ac:spMk id="264" creationId="{7465F314-2250-6E44-E702-62188624F911}"/>
          </ac:spMkLst>
        </pc:spChg>
        <pc:spChg chg="mod">
          <ac:chgData name="Taylor, Lyn" userId="c7edfcec-8e1b-44a5-b320-97a8b99570dc" providerId="ADAL" clId="{ADBD5F59-7256-4788-A82B-3AD03D0BC317}" dt="2026-04-07T14:02:08.965" v="519" actId="165"/>
          <ac:spMkLst>
            <pc:docMk/>
            <pc:sldMk cId="3306450778" sldId="309"/>
            <ac:spMk id="269" creationId="{826135E8-C4C2-0402-2853-D8AA4F6597A5}"/>
          </ac:spMkLst>
        </pc:spChg>
        <pc:spChg chg="mod">
          <ac:chgData name="Taylor, Lyn" userId="c7edfcec-8e1b-44a5-b320-97a8b99570dc" providerId="ADAL" clId="{ADBD5F59-7256-4788-A82B-3AD03D0BC317}" dt="2026-04-07T14:02:08.965" v="519" actId="165"/>
          <ac:spMkLst>
            <pc:docMk/>
            <pc:sldMk cId="3306450778" sldId="309"/>
            <ac:spMk id="271" creationId="{F9B15891-70CB-28F8-40E5-E063F5552A2E}"/>
          </ac:spMkLst>
        </pc:spChg>
        <pc:spChg chg="mod topLvl">
          <ac:chgData name="Taylor, Lyn" userId="c7edfcec-8e1b-44a5-b320-97a8b99570dc" providerId="ADAL" clId="{ADBD5F59-7256-4788-A82B-3AD03D0BC317}" dt="2026-04-07T14:05:41.644" v="611" actId="164"/>
          <ac:spMkLst>
            <pc:docMk/>
            <pc:sldMk cId="3306450778" sldId="309"/>
            <ac:spMk id="275" creationId="{7C0672AA-60AB-A38B-C696-3BDC5CF0A2E8}"/>
          </ac:spMkLst>
        </pc:spChg>
        <pc:spChg chg="mod topLvl">
          <ac:chgData name="Taylor, Lyn" userId="c7edfcec-8e1b-44a5-b320-97a8b99570dc" providerId="ADAL" clId="{ADBD5F59-7256-4788-A82B-3AD03D0BC317}" dt="2026-04-07T14:05:41.644" v="611" actId="164"/>
          <ac:spMkLst>
            <pc:docMk/>
            <pc:sldMk cId="3306450778" sldId="309"/>
            <ac:spMk id="276" creationId="{77E259CB-0EF2-8C97-613A-82283963F62D}"/>
          </ac:spMkLst>
        </pc:spChg>
        <pc:spChg chg="mod topLvl">
          <ac:chgData name="Taylor, Lyn" userId="c7edfcec-8e1b-44a5-b320-97a8b99570dc" providerId="ADAL" clId="{ADBD5F59-7256-4788-A82B-3AD03D0BC317}" dt="2026-04-07T14:05:41.644" v="611" actId="164"/>
          <ac:spMkLst>
            <pc:docMk/>
            <pc:sldMk cId="3306450778" sldId="309"/>
            <ac:spMk id="278" creationId="{A6F9EB93-61BF-31A7-2C70-5FE23A88568A}"/>
          </ac:spMkLst>
        </pc:spChg>
        <pc:spChg chg="mod topLvl">
          <ac:chgData name="Taylor, Lyn" userId="c7edfcec-8e1b-44a5-b320-97a8b99570dc" providerId="ADAL" clId="{ADBD5F59-7256-4788-A82B-3AD03D0BC317}" dt="2026-04-07T14:05:41.644" v="611" actId="164"/>
          <ac:spMkLst>
            <pc:docMk/>
            <pc:sldMk cId="3306450778" sldId="309"/>
            <ac:spMk id="279" creationId="{B4C4253A-0AF3-4468-5EC3-C6CE225C0F31}"/>
          </ac:spMkLst>
        </pc:spChg>
        <pc:spChg chg="mod topLvl">
          <ac:chgData name="Taylor, Lyn" userId="c7edfcec-8e1b-44a5-b320-97a8b99570dc" providerId="ADAL" clId="{ADBD5F59-7256-4788-A82B-3AD03D0BC317}" dt="2026-04-07T14:05:41.644" v="611" actId="164"/>
          <ac:spMkLst>
            <pc:docMk/>
            <pc:sldMk cId="3306450778" sldId="309"/>
            <ac:spMk id="280" creationId="{119EF046-0579-0957-14C5-4EACA952D196}"/>
          </ac:spMkLst>
        </pc:spChg>
        <pc:spChg chg="mod topLvl">
          <ac:chgData name="Taylor, Lyn" userId="c7edfcec-8e1b-44a5-b320-97a8b99570dc" providerId="ADAL" clId="{ADBD5F59-7256-4788-A82B-3AD03D0BC317}" dt="2026-04-07T14:05:41.644" v="611" actId="164"/>
          <ac:spMkLst>
            <pc:docMk/>
            <pc:sldMk cId="3306450778" sldId="309"/>
            <ac:spMk id="282" creationId="{E5D8F8E3-2923-85A9-CF17-7EDD9453CCE9}"/>
          </ac:spMkLst>
        </pc:spChg>
        <pc:spChg chg="mod">
          <ac:chgData name="Taylor, Lyn" userId="c7edfcec-8e1b-44a5-b320-97a8b99570dc" providerId="ADAL" clId="{ADBD5F59-7256-4788-A82B-3AD03D0BC317}" dt="2026-04-07T14:05:41.644" v="611" actId="164"/>
          <ac:spMkLst>
            <pc:docMk/>
            <pc:sldMk cId="3306450778" sldId="309"/>
            <ac:spMk id="284" creationId="{9B0F1852-BDDA-FB6E-0886-842E949E024F}"/>
          </ac:spMkLst>
        </pc:spChg>
        <pc:spChg chg="mod topLvl">
          <ac:chgData name="Taylor, Lyn" userId="c7edfcec-8e1b-44a5-b320-97a8b99570dc" providerId="ADAL" clId="{ADBD5F59-7256-4788-A82B-3AD03D0BC317}" dt="2026-04-07T14:05:41.644" v="611" actId="164"/>
          <ac:spMkLst>
            <pc:docMk/>
            <pc:sldMk cId="3306450778" sldId="309"/>
            <ac:spMk id="285" creationId="{70A67EFE-EFEC-DC70-E651-F35FB53A051F}"/>
          </ac:spMkLst>
        </pc:spChg>
        <pc:spChg chg="mod">
          <ac:chgData name="Taylor, Lyn" userId="c7edfcec-8e1b-44a5-b320-97a8b99570dc" providerId="ADAL" clId="{ADBD5F59-7256-4788-A82B-3AD03D0BC317}" dt="2026-04-07T14:05:41.644" v="611" actId="164"/>
          <ac:spMkLst>
            <pc:docMk/>
            <pc:sldMk cId="3306450778" sldId="309"/>
            <ac:spMk id="287" creationId="{D4B3C9E4-7452-B178-CD87-A3B579E82D1C}"/>
          </ac:spMkLst>
        </pc:spChg>
        <pc:spChg chg="mod topLvl">
          <ac:chgData name="Taylor, Lyn" userId="c7edfcec-8e1b-44a5-b320-97a8b99570dc" providerId="ADAL" clId="{ADBD5F59-7256-4788-A82B-3AD03D0BC317}" dt="2026-04-07T14:05:41.644" v="611" actId="164"/>
          <ac:spMkLst>
            <pc:docMk/>
            <pc:sldMk cId="3306450778" sldId="309"/>
            <ac:spMk id="290" creationId="{958038A8-D6DA-B9DC-8C77-5328F8EB810F}"/>
          </ac:spMkLst>
        </pc:spChg>
        <pc:spChg chg="del">
          <ac:chgData name="Taylor, Lyn" userId="c7edfcec-8e1b-44a5-b320-97a8b99570dc" providerId="ADAL" clId="{ADBD5F59-7256-4788-A82B-3AD03D0BC317}" dt="2026-04-07T14:22:56.454" v="887" actId="478"/>
          <ac:spMkLst>
            <pc:docMk/>
            <pc:sldMk cId="3306450778" sldId="309"/>
            <ac:spMk id="293" creationId="{E558D642-6C46-B68D-33EF-DD1080A0CA7D}"/>
          </ac:spMkLst>
        </pc:spChg>
        <pc:spChg chg="del">
          <ac:chgData name="Taylor, Lyn" userId="c7edfcec-8e1b-44a5-b320-97a8b99570dc" providerId="ADAL" clId="{ADBD5F59-7256-4788-A82B-3AD03D0BC317}" dt="2026-04-07T14:22:57.946" v="888" actId="478"/>
          <ac:spMkLst>
            <pc:docMk/>
            <pc:sldMk cId="3306450778" sldId="309"/>
            <ac:spMk id="294" creationId="{22B1F626-4821-4044-19BA-4683F3663668}"/>
          </ac:spMkLst>
        </pc:spChg>
        <pc:spChg chg="del mod topLvl">
          <ac:chgData name="Taylor, Lyn" userId="c7edfcec-8e1b-44a5-b320-97a8b99570dc" providerId="ADAL" clId="{ADBD5F59-7256-4788-A82B-3AD03D0BC317}" dt="2026-04-07T14:22:59.152" v="889" actId="478"/>
          <ac:spMkLst>
            <pc:docMk/>
            <pc:sldMk cId="3306450778" sldId="309"/>
            <ac:spMk id="295" creationId="{4E48EA1B-F17D-722F-C7CB-B2ABC3206C47}"/>
          </ac:spMkLst>
        </pc:spChg>
        <pc:spChg chg="del mod topLvl">
          <ac:chgData name="Taylor, Lyn" userId="c7edfcec-8e1b-44a5-b320-97a8b99570dc" providerId="ADAL" clId="{ADBD5F59-7256-4788-A82B-3AD03D0BC317}" dt="2026-04-07T14:23:00.347" v="890" actId="478"/>
          <ac:spMkLst>
            <pc:docMk/>
            <pc:sldMk cId="3306450778" sldId="309"/>
            <ac:spMk id="296" creationId="{193ADC57-42E1-06CC-60E4-D60409CEA3DE}"/>
          </ac:spMkLst>
        </pc:spChg>
        <pc:spChg chg="add del mod">
          <ac:chgData name="Taylor, Lyn" userId="c7edfcec-8e1b-44a5-b320-97a8b99570dc" providerId="ADAL" clId="{ADBD5F59-7256-4788-A82B-3AD03D0BC317}" dt="2026-04-07T14:39:48.615" v="930" actId="478"/>
          <ac:spMkLst>
            <pc:docMk/>
            <pc:sldMk cId="3306450778" sldId="309"/>
            <ac:spMk id="325" creationId="{F15A7973-9519-14DB-BFDF-6E4E3BC4F6A3}"/>
          </ac:spMkLst>
        </pc:spChg>
        <pc:spChg chg="mod">
          <ac:chgData name="Taylor, Lyn" userId="c7edfcec-8e1b-44a5-b320-97a8b99570dc" providerId="ADAL" clId="{ADBD5F59-7256-4788-A82B-3AD03D0BC317}" dt="2026-04-07T14:39:54.351" v="931"/>
          <ac:spMkLst>
            <pc:docMk/>
            <pc:sldMk cId="3306450778" sldId="309"/>
            <ac:spMk id="327" creationId="{04047CB3-A240-C6D2-2BF3-D0AC784CFDDB}"/>
          </ac:spMkLst>
        </pc:spChg>
        <pc:spChg chg="mod">
          <ac:chgData name="Taylor, Lyn" userId="c7edfcec-8e1b-44a5-b320-97a8b99570dc" providerId="ADAL" clId="{ADBD5F59-7256-4788-A82B-3AD03D0BC317}" dt="2026-04-07T14:39:54.351" v="931"/>
          <ac:spMkLst>
            <pc:docMk/>
            <pc:sldMk cId="3306450778" sldId="309"/>
            <ac:spMk id="328" creationId="{828EE791-FC66-40DC-37F6-F4DE5558D648}"/>
          </ac:spMkLst>
        </pc:spChg>
        <pc:spChg chg="mod">
          <ac:chgData name="Taylor, Lyn" userId="c7edfcec-8e1b-44a5-b320-97a8b99570dc" providerId="ADAL" clId="{ADBD5F59-7256-4788-A82B-3AD03D0BC317}" dt="2026-04-07T14:39:54.351" v="931"/>
          <ac:spMkLst>
            <pc:docMk/>
            <pc:sldMk cId="3306450778" sldId="309"/>
            <ac:spMk id="329" creationId="{151603C0-7B3C-D8BB-2589-E537FC0CF73E}"/>
          </ac:spMkLst>
        </pc:spChg>
        <pc:spChg chg="mod">
          <ac:chgData name="Taylor, Lyn" userId="c7edfcec-8e1b-44a5-b320-97a8b99570dc" providerId="ADAL" clId="{ADBD5F59-7256-4788-A82B-3AD03D0BC317}" dt="2026-04-07T14:39:54.351" v="931"/>
          <ac:spMkLst>
            <pc:docMk/>
            <pc:sldMk cId="3306450778" sldId="309"/>
            <ac:spMk id="330" creationId="{D3C59606-D7B8-B87B-86A5-F9E9C9B3922F}"/>
          </ac:spMkLst>
        </pc:spChg>
        <pc:spChg chg="mod">
          <ac:chgData name="Taylor, Lyn" userId="c7edfcec-8e1b-44a5-b320-97a8b99570dc" providerId="ADAL" clId="{ADBD5F59-7256-4788-A82B-3AD03D0BC317}" dt="2026-04-07T14:39:54.351" v="931"/>
          <ac:spMkLst>
            <pc:docMk/>
            <pc:sldMk cId="3306450778" sldId="309"/>
            <ac:spMk id="331" creationId="{536E6035-1129-9989-4732-A7DFB33ED4C7}"/>
          </ac:spMkLst>
        </pc:spChg>
        <pc:spChg chg="mod">
          <ac:chgData name="Taylor, Lyn" userId="c7edfcec-8e1b-44a5-b320-97a8b99570dc" providerId="ADAL" clId="{ADBD5F59-7256-4788-A82B-3AD03D0BC317}" dt="2026-04-07T14:39:54.351" v="931"/>
          <ac:spMkLst>
            <pc:docMk/>
            <pc:sldMk cId="3306450778" sldId="309"/>
            <ac:spMk id="332" creationId="{4301FD09-AB64-33AB-0CB9-92C4E4F82AB0}"/>
          </ac:spMkLst>
        </pc:spChg>
        <pc:spChg chg="mod">
          <ac:chgData name="Taylor, Lyn" userId="c7edfcec-8e1b-44a5-b320-97a8b99570dc" providerId="ADAL" clId="{ADBD5F59-7256-4788-A82B-3AD03D0BC317}" dt="2026-04-07T14:39:54.351" v="931"/>
          <ac:spMkLst>
            <pc:docMk/>
            <pc:sldMk cId="3306450778" sldId="309"/>
            <ac:spMk id="333" creationId="{03EA5240-FF32-6E59-DE7F-1AB17C5142EB}"/>
          </ac:spMkLst>
        </pc:spChg>
        <pc:spChg chg="mod">
          <ac:chgData name="Taylor, Lyn" userId="c7edfcec-8e1b-44a5-b320-97a8b99570dc" providerId="ADAL" clId="{ADBD5F59-7256-4788-A82B-3AD03D0BC317}" dt="2026-04-07T14:39:54.351" v="931"/>
          <ac:spMkLst>
            <pc:docMk/>
            <pc:sldMk cId="3306450778" sldId="309"/>
            <ac:spMk id="334" creationId="{D158A6E6-C56B-E2B4-92AF-74015E73229E}"/>
          </ac:spMkLst>
        </pc:spChg>
        <pc:spChg chg="mod">
          <ac:chgData name="Taylor, Lyn" userId="c7edfcec-8e1b-44a5-b320-97a8b99570dc" providerId="ADAL" clId="{ADBD5F59-7256-4788-A82B-3AD03D0BC317}" dt="2026-04-07T14:39:54.351" v="931"/>
          <ac:spMkLst>
            <pc:docMk/>
            <pc:sldMk cId="3306450778" sldId="309"/>
            <ac:spMk id="335" creationId="{0B26924C-BDFF-2014-C8FC-22BB4B1C67B0}"/>
          </ac:spMkLst>
        </pc:spChg>
        <pc:spChg chg="mod">
          <ac:chgData name="Taylor, Lyn" userId="c7edfcec-8e1b-44a5-b320-97a8b99570dc" providerId="ADAL" clId="{ADBD5F59-7256-4788-A82B-3AD03D0BC317}" dt="2026-04-07T14:39:54.351" v="931"/>
          <ac:spMkLst>
            <pc:docMk/>
            <pc:sldMk cId="3306450778" sldId="309"/>
            <ac:spMk id="336" creationId="{7139EB90-C323-74F9-BE75-6734A4310F1C}"/>
          </ac:spMkLst>
        </pc:spChg>
        <pc:spChg chg="add mod">
          <ac:chgData name="Taylor, Lyn" userId="c7edfcec-8e1b-44a5-b320-97a8b99570dc" providerId="ADAL" clId="{ADBD5F59-7256-4788-A82B-3AD03D0BC317}" dt="2026-04-07T14:48:51.841" v="1049"/>
          <ac:spMkLst>
            <pc:docMk/>
            <pc:sldMk cId="3306450778" sldId="309"/>
            <ac:spMk id="349" creationId="{30239780-2A7A-99DA-B75C-302FC49DB31F}"/>
          </ac:spMkLst>
        </pc:spChg>
        <pc:spChg chg="add mod">
          <ac:chgData name="Taylor, Lyn" userId="c7edfcec-8e1b-44a5-b320-97a8b99570dc" providerId="ADAL" clId="{ADBD5F59-7256-4788-A82B-3AD03D0BC317}" dt="2026-04-07T14:49:14.884" v="1052"/>
          <ac:spMkLst>
            <pc:docMk/>
            <pc:sldMk cId="3306450778" sldId="309"/>
            <ac:spMk id="350" creationId="{E4F06F3D-3FF5-0099-D5C9-EFDABBCC164B}"/>
          </ac:spMkLst>
        </pc:spChg>
        <pc:spChg chg="add mod">
          <ac:chgData name="Taylor, Lyn" userId="c7edfcec-8e1b-44a5-b320-97a8b99570dc" providerId="ADAL" clId="{ADBD5F59-7256-4788-A82B-3AD03D0BC317}" dt="2026-04-07T14:49:14.884" v="1052"/>
          <ac:spMkLst>
            <pc:docMk/>
            <pc:sldMk cId="3306450778" sldId="309"/>
            <ac:spMk id="351" creationId="{B925DE9C-EDA0-3E3D-9DAF-116841419D9E}"/>
          </ac:spMkLst>
        </pc:spChg>
        <pc:spChg chg="add mod">
          <ac:chgData name="Taylor, Lyn" userId="c7edfcec-8e1b-44a5-b320-97a8b99570dc" providerId="ADAL" clId="{ADBD5F59-7256-4788-A82B-3AD03D0BC317}" dt="2026-04-07T14:51:13.444" v="1198"/>
          <ac:spMkLst>
            <pc:docMk/>
            <pc:sldMk cId="3306450778" sldId="309"/>
            <ac:spMk id="355" creationId="{55D8782B-9B7A-38AB-973E-A8064547AE2F}"/>
          </ac:spMkLst>
        </pc:spChg>
        <pc:grpChg chg="del">
          <ac:chgData name="Taylor, Lyn" userId="c7edfcec-8e1b-44a5-b320-97a8b99570dc" providerId="ADAL" clId="{ADBD5F59-7256-4788-A82B-3AD03D0BC317}" dt="2026-04-07T14:03:33.159" v="588" actId="478"/>
          <ac:grpSpMkLst>
            <pc:docMk/>
            <pc:sldMk cId="3306450778" sldId="309"/>
            <ac:grpSpMk id="168" creationId="{E2223AFE-0713-2582-B010-359B08C74158}"/>
          </ac:grpSpMkLst>
        </pc:grpChg>
        <pc:grpChg chg="mod">
          <ac:chgData name="Taylor, Lyn" userId="c7edfcec-8e1b-44a5-b320-97a8b99570dc" providerId="ADAL" clId="{ADBD5F59-7256-4788-A82B-3AD03D0BC317}" dt="2026-04-07T13:58:21.915" v="469" actId="1076"/>
          <ac:grpSpMkLst>
            <pc:docMk/>
            <pc:sldMk cId="3306450778" sldId="309"/>
            <ac:grpSpMk id="220" creationId="{8E8362BA-C50A-AF1D-AA45-90D62696229E}"/>
          </ac:grpSpMkLst>
        </pc:grpChg>
        <pc:grpChg chg="del">
          <ac:chgData name="Taylor, Lyn" userId="c7edfcec-8e1b-44a5-b320-97a8b99570dc" providerId="ADAL" clId="{ADBD5F59-7256-4788-A82B-3AD03D0BC317}" dt="2026-04-07T14:01:28.272" v="506" actId="478"/>
          <ac:grpSpMkLst>
            <pc:docMk/>
            <pc:sldMk cId="3306450778" sldId="309"/>
            <ac:grpSpMk id="227" creationId="{B39AEFC5-B0EC-AB1C-1723-EF1D23289836}"/>
          </ac:grpSpMkLst>
        </pc:grpChg>
        <pc:grpChg chg="add del mod">
          <ac:chgData name="Taylor, Lyn" userId="c7edfcec-8e1b-44a5-b320-97a8b99570dc" providerId="ADAL" clId="{ADBD5F59-7256-4788-A82B-3AD03D0BC317}" dt="2026-04-07T13:59:28.946" v="480" actId="21"/>
          <ac:grpSpMkLst>
            <pc:docMk/>
            <pc:sldMk cId="3306450778" sldId="309"/>
            <ac:grpSpMk id="247" creationId="{53659E2C-B00C-80FE-321D-8F2F403AEDE4}"/>
          </ac:grpSpMkLst>
        </pc:grpChg>
        <pc:grpChg chg="add mod">
          <ac:chgData name="Taylor, Lyn" userId="c7edfcec-8e1b-44a5-b320-97a8b99570dc" providerId="ADAL" clId="{ADBD5F59-7256-4788-A82B-3AD03D0BC317}" dt="2026-04-07T14:01:13.147" v="505" actId="1076"/>
          <ac:grpSpMkLst>
            <pc:docMk/>
            <pc:sldMk cId="3306450778" sldId="309"/>
            <ac:grpSpMk id="254" creationId="{C396D9B3-9D1A-3367-649F-24D5ED7537AD}"/>
          </ac:grpSpMkLst>
        </pc:grpChg>
        <pc:grpChg chg="add mod">
          <ac:chgData name="Taylor, Lyn" userId="c7edfcec-8e1b-44a5-b320-97a8b99570dc" providerId="ADAL" clId="{ADBD5F59-7256-4788-A82B-3AD03D0BC317}" dt="2026-04-07T14:12:09.445" v="657" actId="14100"/>
          <ac:grpSpMkLst>
            <pc:docMk/>
            <pc:sldMk cId="3306450778" sldId="309"/>
            <ac:grpSpMk id="256" creationId="{B83D3155-AD0C-D9BC-D4C7-EDE606B77122}"/>
          </ac:grpSpMkLst>
        </pc:grpChg>
        <pc:grpChg chg="mod">
          <ac:chgData name="Taylor, Lyn" userId="c7edfcec-8e1b-44a5-b320-97a8b99570dc" providerId="ADAL" clId="{ADBD5F59-7256-4788-A82B-3AD03D0BC317}" dt="2026-04-07T14:02:08.965" v="519" actId="165"/>
          <ac:grpSpMkLst>
            <pc:docMk/>
            <pc:sldMk cId="3306450778" sldId="309"/>
            <ac:grpSpMk id="259" creationId="{84F6BD1D-AA8A-70B4-59BF-CE521016D4FD}"/>
          </ac:grpSpMkLst>
        </pc:grpChg>
        <pc:grpChg chg="mod">
          <ac:chgData name="Taylor, Lyn" userId="c7edfcec-8e1b-44a5-b320-97a8b99570dc" providerId="ADAL" clId="{ADBD5F59-7256-4788-A82B-3AD03D0BC317}" dt="2026-04-07T14:02:08.965" v="519" actId="165"/>
          <ac:grpSpMkLst>
            <pc:docMk/>
            <pc:sldMk cId="3306450778" sldId="309"/>
            <ac:grpSpMk id="262" creationId="{61C172EE-2B57-856A-D744-46D0CD5AD064}"/>
          </ac:grpSpMkLst>
        </pc:grpChg>
        <pc:grpChg chg="add del mod">
          <ac:chgData name="Taylor, Lyn" userId="c7edfcec-8e1b-44a5-b320-97a8b99570dc" providerId="ADAL" clId="{ADBD5F59-7256-4788-A82B-3AD03D0BC317}" dt="2026-04-07T14:02:08.965" v="519" actId="165"/>
          <ac:grpSpMkLst>
            <pc:docMk/>
            <pc:sldMk cId="3306450778" sldId="309"/>
            <ac:grpSpMk id="273" creationId="{F0832E56-972C-538C-1D79-D27DD3F7520C}"/>
          </ac:grpSpMkLst>
        </pc:grpChg>
        <pc:grpChg chg="mod">
          <ac:chgData name="Taylor, Lyn" userId="c7edfcec-8e1b-44a5-b320-97a8b99570dc" providerId="ADAL" clId="{ADBD5F59-7256-4788-A82B-3AD03D0BC317}" dt="2026-04-07T14:05:24.275" v="609" actId="1076"/>
          <ac:grpSpMkLst>
            <pc:docMk/>
            <pc:sldMk cId="3306450778" sldId="309"/>
            <ac:grpSpMk id="323" creationId="{C4376913-D0DB-D3F6-344F-B6B17BB7F06D}"/>
          </ac:grpSpMkLst>
        </pc:grpChg>
        <pc:grpChg chg="del mod">
          <ac:chgData name="Taylor, Lyn" userId="c7edfcec-8e1b-44a5-b320-97a8b99570dc" providerId="ADAL" clId="{ADBD5F59-7256-4788-A82B-3AD03D0BC317}" dt="2026-04-07T14:23:05.271" v="892" actId="478"/>
          <ac:grpSpMkLst>
            <pc:docMk/>
            <pc:sldMk cId="3306450778" sldId="309"/>
            <ac:grpSpMk id="324" creationId="{D8CD1D6F-562C-4ABC-649A-FB2B0DC0179C}"/>
          </ac:grpSpMkLst>
        </pc:grpChg>
        <pc:grpChg chg="mod">
          <ac:chgData name="Taylor, Lyn" userId="c7edfcec-8e1b-44a5-b320-97a8b99570dc" providerId="ADAL" clId="{ADBD5F59-7256-4788-A82B-3AD03D0BC317}" dt="2026-04-07T14:40:08.285" v="934" actId="1076"/>
          <ac:grpSpMkLst>
            <pc:docMk/>
            <pc:sldMk cId="3306450778" sldId="309"/>
            <ac:grpSpMk id="326" creationId="{E4BF4C5A-F5AA-2DA0-883A-83162A8BAABE}"/>
          </ac:grpSpMkLst>
        </pc:grpChg>
        <pc:graphicFrameChg chg="mod modGraphic">
          <ac:chgData name="Taylor, Lyn" userId="c7edfcec-8e1b-44a5-b320-97a8b99570dc" providerId="ADAL" clId="{ADBD5F59-7256-4788-A82B-3AD03D0BC317}" dt="2026-04-07T14:41:53.811" v="936" actId="20577"/>
          <ac:graphicFrameMkLst>
            <pc:docMk/>
            <pc:sldMk cId="3306450778" sldId="309"/>
            <ac:graphicFrameMk id="165" creationId="{6BA5F6D8-7739-23DB-C7D0-D667574D4EB0}"/>
          </ac:graphicFrameMkLst>
        </pc:graphicFrameChg>
        <pc:graphicFrameChg chg="mod modGraphic">
          <ac:chgData name="Taylor, Lyn" userId="c7edfcec-8e1b-44a5-b320-97a8b99570dc" providerId="ADAL" clId="{ADBD5F59-7256-4788-A82B-3AD03D0BC317}" dt="2026-04-07T14:11:08.424" v="628" actId="14100"/>
          <ac:graphicFrameMkLst>
            <pc:docMk/>
            <pc:sldMk cId="3306450778" sldId="309"/>
            <ac:graphicFrameMk id="219" creationId="{A2EEC480-95D8-82E9-C2DD-C92086B8FC81}"/>
          </ac:graphicFrameMkLst>
        </pc:graphicFrameChg>
        <pc:picChg chg="del">
          <ac:chgData name="Taylor, Lyn" userId="c7edfcec-8e1b-44a5-b320-97a8b99570dc" providerId="ADAL" clId="{ADBD5F59-7256-4788-A82B-3AD03D0BC317}" dt="2026-04-07T14:48:50.936" v="1048" actId="478"/>
          <ac:picMkLst>
            <pc:docMk/>
            <pc:sldMk cId="3306450778" sldId="309"/>
            <ac:picMk id="5" creationId="{9DCCE7E6-DFE8-9BCB-9CED-FBCD0C4B19A5}"/>
          </ac:picMkLst>
        </pc:picChg>
        <pc:picChg chg="del">
          <ac:chgData name="Taylor, Lyn" userId="c7edfcec-8e1b-44a5-b320-97a8b99570dc" providerId="ADAL" clId="{ADBD5F59-7256-4788-A82B-3AD03D0BC317}" dt="2026-04-07T14:48:48.780" v="1046" actId="478"/>
          <ac:picMkLst>
            <pc:docMk/>
            <pc:sldMk cId="3306450778" sldId="309"/>
            <ac:picMk id="9" creationId="{DDAC1B45-C5A1-F3E8-E47D-740DDE43E18D}"/>
          </ac:picMkLst>
        </pc:picChg>
        <pc:picChg chg="del">
          <ac:chgData name="Taylor, Lyn" userId="c7edfcec-8e1b-44a5-b320-97a8b99570dc" providerId="ADAL" clId="{ADBD5F59-7256-4788-A82B-3AD03D0BC317}" dt="2026-04-07T14:48:45.793" v="1043" actId="478"/>
          <ac:picMkLst>
            <pc:docMk/>
            <pc:sldMk cId="3306450778" sldId="309"/>
            <ac:picMk id="13" creationId="{81BFBADD-5978-9D94-A591-5DE2CBE5B495}"/>
          </ac:picMkLst>
        </pc:picChg>
        <pc:picChg chg="del mod">
          <ac:chgData name="Taylor, Lyn" userId="c7edfcec-8e1b-44a5-b320-97a8b99570dc" providerId="ADAL" clId="{ADBD5F59-7256-4788-A82B-3AD03D0BC317}" dt="2026-04-07T14:13:41.503" v="711" actId="478"/>
          <ac:picMkLst>
            <pc:docMk/>
            <pc:sldMk cId="3306450778" sldId="309"/>
            <ac:picMk id="166" creationId="{DEA8966C-6175-B20B-BBA4-25896D5F4164}"/>
          </ac:picMkLst>
        </pc:picChg>
        <pc:picChg chg="mod">
          <ac:chgData name="Taylor, Lyn" userId="c7edfcec-8e1b-44a5-b320-97a8b99570dc" providerId="ADAL" clId="{ADBD5F59-7256-4788-A82B-3AD03D0BC317}" dt="2026-04-07T14:22:27.060" v="883" actId="14100"/>
          <ac:picMkLst>
            <pc:docMk/>
            <pc:sldMk cId="3306450778" sldId="309"/>
            <ac:picMk id="167" creationId="{8060A81F-78F2-5E67-C212-E26C0F3E646B}"/>
          </ac:picMkLst>
        </pc:picChg>
        <pc:picChg chg="mod">
          <ac:chgData name="Taylor, Lyn" userId="c7edfcec-8e1b-44a5-b320-97a8b99570dc" providerId="ADAL" clId="{ADBD5F59-7256-4788-A82B-3AD03D0BC317}" dt="2026-04-07T14:22:49.805" v="886" actId="1076"/>
          <ac:picMkLst>
            <pc:docMk/>
            <pc:sldMk cId="3306450778" sldId="309"/>
            <ac:picMk id="217" creationId="{5AFED978-80D9-3BAA-91C4-7CEF33A267E6}"/>
          </ac:picMkLst>
        </pc:picChg>
        <pc:picChg chg="mod">
          <ac:chgData name="Taylor, Lyn" userId="c7edfcec-8e1b-44a5-b320-97a8b99570dc" providerId="ADAL" clId="{ADBD5F59-7256-4788-A82B-3AD03D0BC317}" dt="2026-04-07T13:58:37.696" v="473" actId="1076"/>
          <ac:picMkLst>
            <pc:docMk/>
            <pc:sldMk cId="3306450778" sldId="309"/>
            <ac:picMk id="224" creationId="{3E35B6AF-792E-C3D5-7345-5A7444291290}"/>
          </ac:picMkLst>
        </pc:picChg>
        <pc:picChg chg="del mod">
          <ac:chgData name="Taylor, Lyn" userId="c7edfcec-8e1b-44a5-b320-97a8b99570dc" providerId="ADAL" clId="{ADBD5F59-7256-4788-A82B-3AD03D0BC317}" dt="2026-04-07T13:59:11.886" v="476" actId="478"/>
          <ac:picMkLst>
            <pc:docMk/>
            <pc:sldMk cId="3306450778" sldId="309"/>
            <ac:picMk id="225" creationId="{5531BE3B-74B9-4253-BE86-8CB890851799}"/>
          </ac:picMkLst>
        </pc:picChg>
        <pc:picChg chg="del mod">
          <ac:chgData name="Taylor, Lyn" userId="c7edfcec-8e1b-44a5-b320-97a8b99570dc" providerId="ADAL" clId="{ADBD5F59-7256-4788-A82B-3AD03D0BC317}" dt="2026-04-07T13:59:11.404" v="475" actId="478"/>
          <ac:picMkLst>
            <pc:docMk/>
            <pc:sldMk cId="3306450778" sldId="309"/>
            <ac:picMk id="226" creationId="{A8026EC4-9700-CEFC-7421-109F723B0B48}"/>
          </ac:picMkLst>
        </pc:picChg>
        <pc:picChg chg="mod">
          <ac:chgData name="Taylor, Lyn" userId="c7edfcec-8e1b-44a5-b320-97a8b99570dc" providerId="ADAL" clId="{ADBD5F59-7256-4788-A82B-3AD03D0BC317}" dt="2026-04-07T14:18:57.442" v="846" actId="1076"/>
          <ac:picMkLst>
            <pc:docMk/>
            <pc:sldMk cId="3306450778" sldId="309"/>
            <ac:picMk id="244" creationId="{0F923A36-1C11-471C-2104-8412206B8B40}"/>
          </ac:picMkLst>
        </pc:picChg>
        <pc:picChg chg="add del mod topLvl">
          <ac:chgData name="Taylor, Lyn" userId="c7edfcec-8e1b-44a5-b320-97a8b99570dc" providerId="ADAL" clId="{ADBD5F59-7256-4788-A82B-3AD03D0BC317}" dt="2026-04-07T13:59:42.957" v="483" actId="478"/>
          <ac:picMkLst>
            <pc:docMk/>
            <pc:sldMk cId="3306450778" sldId="309"/>
            <ac:picMk id="245" creationId="{1B1E0AF9-5DEC-C8D6-AAF3-7C694C52A8F1}"/>
          </ac:picMkLst>
        </pc:picChg>
        <pc:picChg chg="add del mod topLvl">
          <ac:chgData name="Taylor, Lyn" userId="c7edfcec-8e1b-44a5-b320-97a8b99570dc" providerId="ADAL" clId="{ADBD5F59-7256-4788-A82B-3AD03D0BC317}" dt="2026-04-07T13:59:28.946" v="480" actId="21"/>
          <ac:picMkLst>
            <pc:docMk/>
            <pc:sldMk cId="3306450778" sldId="309"/>
            <ac:picMk id="246" creationId="{E7034F5E-BB28-3241-56F2-45616AA0D4AB}"/>
          </ac:picMkLst>
        </pc:picChg>
        <pc:picChg chg="add del mod">
          <ac:chgData name="Taylor, Lyn" userId="c7edfcec-8e1b-44a5-b320-97a8b99570dc" providerId="ADAL" clId="{ADBD5F59-7256-4788-A82B-3AD03D0BC317}" dt="2026-04-07T13:59:40.367" v="482" actId="21"/>
          <ac:picMkLst>
            <pc:docMk/>
            <pc:sldMk cId="3306450778" sldId="309"/>
            <ac:picMk id="248" creationId="{E7034F5E-BB28-3241-56F2-45616AA0D4AB}"/>
          </ac:picMkLst>
        </pc:picChg>
        <pc:picChg chg="add del mod">
          <ac:chgData name="Taylor, Lyn" userId="c7edfcec-8e1b-44a5-b320-97a8b99570dc" providerId="ADAL" clId="{ADBD5F59-7256-4788-A82B-3AD03D0BC317}" dt="2026-04-07T13:59:47.917" v="485" actId="478"/>
          <ac:picMkLst>
            <pc:docMk/>
            <pc:sldMk cId="3306450778" sldId="309"/>
            <ac:picMk id="249" creationId="{E7034F5E-BB28-3241-56F2-45616AA0D4AB}"/>
          </ac:picMkLst>
        </pc:picChg>
        <pc:picChg chg="add del mod">
          <ac:chgData name="Taylor, Lyn" userId="c7edfcec-8e1b-44a5-b320-97a8b99570dc" providerId="ADAL" clId="{ADBD5F59-7256-4788-A82B-3AD03D0BC317}" dt="2026-04-07T14:00:29.194" v="495" actId="478"/>
          <ac:picMkLst>
            <pc:docMk/>
            <pc:sldMk cId="3306450778" sldId="309"/>
            <ac:picMk id="250" creationId="{AA72DF34-292B-CE34-78CD-013E9B60B157}"/>
          </ac:picMkLst>
        </pc:picChg>
        <pc:picChg chg="add del mod">
          <ac:chgData name="Taylor, Lyn" userId="c7edfcec-8e1b-44a5-b320-97a8b99570dc" providerId="ADAL" clId="{ADBD5F59-7256-4788-A82B-3AD03D0BC317}" dt="2026-04-07T14:00:28.141" v="494" actId="478"/>
          <ac:picMkLst>
            <pc:docMk/>
            <pc:sldMk cId="3306450778" sldId="309"/>
            <ac:picMk id="251" creationId="{25B4CB8A-3BDD-9266-33E0-42499E1061AC}"/>
          </ac:picMkLst>
        </pc:picChg>
        <pc:picChg chg="add mod">
          <ac:chgData name="Taylor, Lyn" userId="c7edfcec-8e1b-44a5-b320-97a8b99570dc" providerId="ADAL" clId="{ADBD5F59-7256-4788-A82B-3AD03D0BC317}" dt="2026-04-07T14:00:33.946" v="497" actId="164"/>
          <ac:picMkLst>
            <pc:docMk/>
            <pc:sldMk cId="3306450778" sldId="309"/>
            <ac:picMk id="252" creationId="{2D412EA8-B268-F0BE-C03C-0F6B47210916}"/>
          </ac:picMkLst>
        </pc:picChg>
        <pc:picChg chg="add mod">
          <ac:chgData name="Taylor, Lyn" userId="c7edfcec-8e1b-44a5-b320-97a8b99570dc" providerId="ADAL" clId="{ADBD5F59-7256-4788-A82B-3AD03D0BC317}" dt="2026-04-07T14:00:33.946" v="497" actId="164"/>
          <ac:picMkLst>
            <pc:docMk/>
            <pc:sldMk cId="3306450778" sldId="309"/>
            <ac:picMk id="253" creationId="{8873AE0A-DCE2-05E2-3928-35A839328D51}"/>
          </ac:picMkLst>
        </pc:picChg>
        <pc:picChg chg="mod">
          <ac:chgData name="Taylor, Lyn" userId="c7edfcec-8e1b-44a5-b320-97a8b99570dc" providerId="ADAL" clId="{ADBD5F59-7256-4788-A82B-3AD03D0BC317}" dt="2026-04-07T14:02:08.965" v="519" actId="165"/>
          <ac:picMkLst>
            <pc:docMk/>
            <pc:sldMk cId="3306450778" sldId="309"/>
            <ac:picMk id="257" creationId="{4919DB1F-00F1-39C9-F81A-E4BFF1A45406}"/>
          </ac:picMkLst>
        </pc:picChg>
        <pc:picChg chg="add mod">
          <ac:chgData name="Taylor, Lyn" userId="c7edfcec-8e1b-44a5-b320-97a8b99570dc" providerId="ADAL" clId="{ADBD5F59-7256-4788-A82B-3AD03D0BC317}" dt="2026-04-07T14:49:14.884" v="1052"/>
          <ac:picMkLst>
            <pc:docMk/>
            <pc:sldMk cId="3306450778" sldId="309"/>
            <ac:picMk id="352" creationId="{CEDF60D9-E0DF-0208-CD52-581C18B35B2D}"/>
          </ac:picMkLst>
        </pc:picChg>
        <pc:picChg chg="add mod">
          <ac:chgData name="Taylor, Lyn" userId="c7edfcec-8e1b-44a5-b320-97a8b99570dc" providerId="ADAL" clId="{ADBD5F59-7256-4788-A82B-3AD03D0BC317}" dt="2026-04-07T14:49:14.884" v="1052"/>
          <ac:picMkLst>
            <pc:docMk/>
            <pc:sldMk cId="3306450778" sldId="309"/>
            <ac:picMk id="353" creationId="{4877D3DF-9ADE-4B48-A413-45605FF6612B}"/>
          </ac:picMkLst>
        </pc:picChg>
        <pc:picChg chg="add mod">
          <ac:chgData name="Taylor, Lyn" userId="c7edfcec-8e1b-44a5-b320-97a8b99570dc" providerId="ADAL" clId="{ADBD5F59-7256-4788-A82B-3AD03D0BC317}" dt="2026-04-07T14:49:14.884" v="1052"/>
          <ac:picMkLst>
            <pc:docMk/>
            <pc:sldMk cId="3306450778" sldId="309"/>
            <ac:picMk id="354" creationId="{72210A0D-C8A5-E8CD-EA4D-6F8794961323}"/>
          </ac:picMkLst>
        </pc:picChg>
        <pc:cxnChg chg="mod">
          <ac:chgData name="Taylor, Lyn" userId="c7edfcec-8e1b-44a5-b320-97a8b99570dc" providerId="ADAL" clId="{ADBD5F59-7256-4788-A82B-3AD03D0BC317}" dt="2026-04-07T14:03:33.159" v="588" actId="478"/>
          <ac:cxnSpMkLst>
            <pc:docMk/>
            <pc:sldMk cId="3306450778" sldId="309"/>
            <ac:cxnSpMk id="191" creationId="{0B2C775E-8778-2467-1F5E-CEA72B832990}"/>
          </ac:cxnSpMkLst>
        </pc:cxnChg>
        <pc:cxnChg chg="mod">
          <ac:chgData name="Taylor, Lyn" userId="c7edfcec-8e1b-44a5-b320-97a8b99570dc" providerId="ADAL" clId="{ADBD5F59-7256-4788-A82B-3AD03D0BC317}" dt="2026-04-07T14:03:33.159" v="588" actId="478"/>
          <ac:cxnSpMkLst>
            <pc:docMk/>
            <pc:sldMk cId="3306450778" sldId="309"/>
            <ac:cxnSpMk id="193" creationId="{EC245321-4573-2C57-E5BD-95B15D933E09}"/>
          </ac:cxnSpMkLst>
        </pc:cxnChg>
        <pc:cxnChg chg="mod">
          <ac:chgData name="Taylor, Lyn" userId="c7edfcec-8e1b-44a5-b320-97a8b99570dc" providerId="ADAL" clId="{ADBD5F59-7256-4788-A82B-3AD03D0BC317}" dt="2026-04-07T14:03:33.159" v="588" actId="478"/>
          <ac:cxnSpMkLst>
            <pc:docMk/>
            <pc:sldMk cId="3306450778" sldId="309"/>
            <ac:cxnSpMk id="195" creationId="{FD723DCF-CA97-8018-174D-7400662F8C3D}"/>
          </ac:cxnSpMkLst>
        </pc:cxnChg>
        <pc:cxnChg chg="mod">
          <ac:chgData name="Taylor, Lyn" userId="c7edfcec-8e1b-44a5-b320-97a8b99570dc" providerId="ADAL" clId="{ADBD5F59-7256-4788-A82B-3AD03D0BC317}" dt="2026-04-07T14:03:33.159" v="588" actId="478"/>
          <ac:cxnSpMkLst>
            <pc:docMk/>
            <pc:sldMk cId="3306450778" sldId="309"/>
            <ac:cxnSpMk id="197" creationId="{9FD2DF2C-B5D2-F8FC-3090-6CEAD772B19E}"/>
          </ac:cxnSpMkLst>
        </pc:cxnChg>
        <pc:cxnChg chg="mod">
          <ac:chgData name="Taylor, Lyn" userId="c7edfcec-8e1b-44a5-b320-97a8b99570dc" providerId="ADAL" clId="{ADBD5F59-7256-4788-A82B-3AD03D0BC317}" dt="2026-04-07T14:03:33.159" v="588" actId="478"/>
          <ac:cxnSpMkLst>
            <pc:docMk/>
            <pc:sldMk cId="3306450778" sldId="309"/>
            <ac:cxnSpMk id="209" creationId="{C809337F-6AFB-82D2-3841-5BA76F9FEADA}"/>
          </ac:cxnSpMkLst>
        </pc:cxnChg>
        <pc:cxnChg chg="mod">
          <ac:chgData name="Taylor, Lyn" userId="c7edfcec-8e1b-44a5-b320-97a8b99570dc" providerId="ADAL" clId="{ADBD5F59-7256-4788-A82B-3AD03D0BC317}" dt="2026-04-07T14:03:33.159" v="588" actId="478"/>
          <ac:cxnSpMkLst>
            <pc:docMk/>
            <pc:sldMk cId="3306450778" sldId="309"/>
            <ac:cxnSpMk id="210" creationId="{18DE5570-EDCC-9CEA-6131-5A3C4DAD874E}"/>
          </ac:cxnSpMkLst>
        </pc:cxnChg>
        <pc:cxnChg chg="mod">
          <ac:chgData name="Taylor, Lyn" userId="c7edfcec-8e1b-44a5-b320-97a8b99570dc" providerId="ADAL" clId="{ADBD5F59-7256-4788-A82B-3AD03D0BC317}" dt="2026-04-07T14:03:33.159" v="588" actId="478"/>
          <ac:cxnSpMkLst>
            <pc:docMk/>
            <pc:sldMk cId="3306450778" sldId="309"/>
            <ac:cxnSpMk id="212" creationId="{75D9DAFF-688A-D5B3-E5AD-687777978FC9}"/>
          </ac:cxnSpMkLst>
        </pc:cxnChg>
        <pc:cxnChg chg="mod">
          <ac:chgData name="Taylor, Lyn" userId="c7edfcec-8e1b-44a5-b320-97a8b99570dc" providerId="ADAL" clId="{ADBD5F59-7256-4788-A82B-3AD03D0BC317}" dt="2026-04-07T14:03:33.159" v="588" actId="478"/>
          <ac:cxnSpMkLst>
            <pc:docMk/>
            <pc:sldMk cId="3306450778" sldId="309"/>
            <ac:cxnSpMk id="213" creationId="{3AF65488-6FA7-A84C-8021-BB37010CFBC2}"/>
          </ac:cxnSpMkLst>
        </pc:cxnChg>
        <pc:cxnChg chg="mod">
          <ac:chgData name="Taylor, Lyn" userId="c7edfcec-8e1b-44a5-b320-97a8b99570dc" providerId="ADAL" clId="{ADBD5F59-7256-4788-A82B-3AD03D0BC317}" dt="2026-04-07T14:03:33.159" v="588" actId="478"/>
          <ac:cxnSpMkLst>
            <pc:docMk/>
            <pc:sldMk cId="3306450778" sldId="309"/>
            <ac:cxnSpMk id="215" creationId="{966CC3E4-710B-49C1-B6C8-22A529183AD3}"/>
          </ac:cxnSpMkLst>
        </pc:cxnChg>
        <pc:cxnChg chg="mod">
          <ac:chgData name="Taylor, Lyn" userId="c7edfcec-8e1b-44a5-b320-97a8b99570dc" providerId="ADAL" clId="{ADBD5F59-7256-4788-A82B-3AD03D0BC317}" dt="2026-04-07T14:23:05.271" v="892" actId="478"/>
          <ac:cxnSpMkLst>
            <pc:docMk/>
            <pc:sldMk cId="3306450778" sldId="309"/>
            <ac:cxnSpMk id="297" creationId="{DE707F36-A9AF-9227-18D0-789DAE9E4785}"/>
          </ac:cxnSpMkLst>
        </pc:cxnChg>
        <pc:cxnChg chg="mod">
          <ac:chgData name="Taylor, Lyn" userId="c7edfcec-8e1b-44a5-b320-97a8b99570dc" providerId="ADAL" clId="{ADBD5F59-7256-4788-A82B-3AD03D0BC317}" dt="2026-04-07T14:23:05.271" v="892" actId="478"/>
          <ac:cxnSpMkLst>
            <pc:docMk/>
            <pc:sldMk cId="3306450778" sldId="309"/>
            <ac:cxnSpMk id="299" creationId="{5490E1D0-9709-E018-08A7-328A0FA7EF1D}"/>
          </ac:cxnSpMkLst>
        </pc:cxnChg>
        <pc:cxnChg chg="mod">
          <ac:chgData name="Taylor, Lyn" userId="c7edfcec-8e1b-44a5-b320-97a8b99570dc" providerId="ADAL" clId="{ADBD5F59-7256-4788-A82B-3AD03D0BC317}" dt="2026-04-07T14:23:05.271" v="892" actId="478"/>
          <ac:cxnSpMkLst>
            <pc:docMk/>
            <pc:sldMk cId="3306450778" sldId="309"/>
            <ac:cxnSpMk id="304" creationId="{09FEFBA3-5A7E-0E77-2B08-E8E390BF6F19}"/>
          </ac:cxnSpMkLst>
        </pc:cxnChg>
        <pc:cxnChg chg="mod">
          <ac:chgData name="Taylor, Lyn" userId="c7edfcec-8e1b-44a5-b320-97a8b99570dc" providerId="ADAL" clId="{ADBD5F59-7256-4788-A82B-3AD03D0BC317}" dt="2026-04-07T14:23:05.271" v="892" actId="478"/>
          <ac:cxnSpMkLst>
            <pc:docMk/>
            <pc:sldMk cId="3306450778" sldId="309"/>
            <ac:cxnSpMk id="305" creationId="{EFA2FDB8-2107-94EE-E62C-011BC220854B}"/>
          </ac:cxnSpMkLst>
        </pc:cxnChg>
        <pc:cxnChg chg="del">
          <ac:chgData name="Taylor, Lyn" userId="c7edfcec-8e1b-44a5-b320-97a8b99570dc" providerId="ADAL" clId="{ADBD5F59-7256-4788-A82B-3AD03D0BC317}" dt="2026-04-07T14:23:04.124" v="891" actId="478"/>
          <ac:cxnSpMkLst>
            <pc:docMk/>
            <pc:sldMk cId="3306450778" sldId="309"/>
            <ac:cxnSpMk id="311" creationId="{8C76471F-D384-9344-C166-99A92C32D09A}"/>
          </ac:cxnSpMkLst>
        </pc:cxnChg>
        <pc:cxnChg chg="mod">
          <ac:chgData name="Taylor, Lyn" userId="c7edfcec-8e1b-44a5-b320-97a8b99570dc" providerId="ADAL" clId="{ADBD5F59-7256-4788-A82B-3AD03D0BC317}" dt="2026-04-07T14:23:05.271" v="892" actId="478"/>
          <ac:cxnSpMkLst>
            <pc:docMk/>
            <pc:sldMk cId="3306450778" sldId="309"/>
            <ac:cxnSpMk id="314" creationId="{0E205654-AFE8-BD97-D15D-03CB91193B1C}"/>
          </ac:cxnSpMkLst>
        </pc:cxnChg>
        <pc:cxnChg chg="mod">
          <ac:chgData name="Taylor, Lyn" userId="c7edfcec-8e1b-44a5-b320-97a8b99570dc" providerId="ADAL" clId="{ADBD5F59-7256-4788-A82B-3AD03D0BC317}" dt="2026-04-07T14:23:05.271" v="892" actId="478"/>
          <ac:cxnSpMkLst>
            <pc:docMk/>
            <pc:sldMk cId="3306450778" sldId="309"/>
            <ac:cxnSpMk id="317" creationId="{0C6EDB1F-F2B2-5CCD-C1B9-7A7979BE567A}"/>
          </ac:cxnSpMkLst>
        </pc:cxnChg>
        <pc:cxnChg chg="mod">
          <ac:chgData name="Taylor, Lyn" userId="c7edfcec-8e1b-44a5-b320-97a8b99570dc" providerId="ADAL" clId="{ADBD5F59-7256-4788-A82B-3AD03D0BC317}" dt="2026-04-07T14:23:05.271" v="892" actId="478"/>
          <ac:cxnSpMkLst>
            <pc:docMk/>
            <pc:sldMk cId="3306450778" sldId="309"/>
            <ac:cxnSpMk id="319" creationId="{9FF375BA-C694-2D50-CF0B-E8F1BDBE2837}"/>
          </ac:cxnSpMkLst>
        </pc:cxnChg>
        <pc:cxnChg chg="mod">
          <ac:chgData name="Taylor, Lyn" userId="c7edfcec-8e1b-44a5-b320-97a8b99570dc" providerId="ADAL" clId="{ADBD5F59-7256-4788-A82B-3AD03D0BC317}" dt="2026-04-07T14:23:05.271" v="892" actId="478"/>
          <ac:cxnSpMkLst>
            <pc:docMk/>
            <pc:sldMk cId="3306450778" sldId="309"/>
            <ac:cxnSpMk id="321" creationId="{F35907BD-4ED7-BF3B-11F3-ABE1C1BB1BCA}"/>
          </ac:cxnSpMkLst>
        </pc:cxnChg>
        <pc:cxnChg chg="mod">
          <ac:chgData name="Taylor, Lyn" userId="c7edfcec-8e1b-44a5-b320-97a8b99570dc" providerId="ADAL" clId="{ADBD5F59-7256-4788-A82B-3AD03D0BC317}" dt="2026-04-07T14:23:05.271" v="892" actId="478"/>
          <ac:cxnSpMkLst>
            <pc:docMk/>
            <pc:sldMk cId="3306450778" sldId="309"/>
            <ac:cxnSpMk id="322" creationId="{4DC95D08-16F0-5DF2-2043-93A29397AAF9}"/>
          </ac:cxnSpMkLst>
        </pc:cxnChg>
      </pc:sldChg>
      <pc:sldChg chg="addSp delSp modSp add mod">
        <pc:chgData name="Taylor, Lyn" userId="c7edfcec-8e1b-44a5-b320-97a8b99570dc" providerId="ADAL" clId="{ADBD5F59-7256-4788-A82B-3AD03D0BC317}" dt="2026-04-07T14:51:14.745" v="1199"/>
        <pc:sldMkLst>
          <pc:docMk/>
          <pc:sldMk cId="2922217728" sldId="310"/>
        </pc:sldMkLst>
        <pc:spChg chg="del">
          <ac:chgData name="Taylor, Lyn" userId="c7edfcec-8e1b-44a5-b320-97a8b99570dc" providerId="ADAL" clId="{ADBD5F59-7256-4788-A82B-3AD03D0BC317}" dt="2026-04-07T14:47:57.279" v="1033" actId="478"/>
          <ac:spMkLst>
            <pc:docMk/>
            <pc:sldMk cId="2922217728" sldId="310"/>
            <ac:spMk id="2" creationId="{854AD4F2-6180-F25A-95C5-206FB1CEF52F}"/>
          </ac:spMkLst>
        </pc:spChg>
        <pc:spChg chg="add del mod">
          <ac:chgData name="Taylor, Lyn" userId="c7edfcec-8e1b-44a5-b320-97a8b99570dc" providerId="ADAL" clId="{ADBD5F59-7256-4788-A82B-3AD03D0BC317}" dt="2026-04-07T13:51:26.139" v="356" actId="478"/>
          <ac:spMkLst>
            <pc:docMk/>
            <pc:sldMk cId="2922217728" sldId="310"/>
            <ac:spMk id="4" creationId="{9C84979E-17A3-877A-FE85-47173E8B6CA9}"/>
          </ac:spMkLst>
        </pc:spChg>
        <pc:spChg chg="del">
          <ac:chgData name="Taylor, Lyn" userId="c7edfcec-8e1b-44a5-b320-97a8b99570dc" providerId="ADAL" clId="{ADBD5F59-7256-4788-A82B-3AD03D0BC317}" dt="2026-04-07T13:51:23.182" v="354" actId="478"/>
          <ac:spMkLst>
            <pc:docMk/>
            <pc:sldMk cId="2922217728" sldId="310"/>
            <ac:spMk id="6" creationId="{3D5BFBF9-083B-193E-9608-04092D6876B2}"/>
          </ac:spMkLst>
        </pc:spChg>
        <pc:spChg chg="del">
          <ac:chgData name="Taylor, Lyn" userId="c7edfcec-8e1b-44a5-b320-97a8b99570dc" providerId="ADAL" clId="{ADBD5F59-7256-4788-A82B-3AD03D0BC317}" dt="2026-04-07T14:48:01.014" v="1037" actId="478"/>
          <ac:spMkLst>
            <pc:docMk/>
            <pc:sldMk cId="2922217728" sldId="310"/>
            <ac:spMk id="10" creationId="{0BC8B230-C75D-4889-0450-F9080D6BC773}"/>
          </ac:spMkLst>
        </pc:spChg>
        <pc:spChg chg="del">
          <ac:chgData name="Taylor, Lyn" userId="c7edfcec-8e1b-44a5-b320-97a8b99570dc" providerId="ADAL" clId="{ADBD5F59-7256-4788-A82B-3AD03D0BC317}" dt="2026-04-07T14:48:00.010" v="1036" actId="478"/>
          <ac:spMkLst>
            <pc:docMk/>
            <pc:sldMk cId="2922217728" sldId="310"/>
            <ac:spMk id="11" creationId="{9B1D25D1-ACBD-FBB8-59AA-CA29FA4D0BF8}"/>
          </ac:spMkLst>
        </pc:spChg>
        <pc:spChg chg="add mod">
          <ac:chgData name="Taylor, Lyn" userId="c7edfcec-8e1b-44a5-b320-97a8b99570dc" providerId="ADAL" clId="{ADBD5F59-7256-4788-A82B-3AD03D0BC317}" dt="2026-04-07T14:48:03.014" v="1039"/>
          <ac:spMkLst>
            <pc:docMk/>
            <pc:sldMk cId="2922217728" sldId="310"/>
            <ac:spMk id="12" creationId="{30882146-3B70-B9F2-0E33-CDAB4BC8788E}"/>
          </ac:spMkLst>
        </pc:spChg>
        <pc:spChg chg="mod">
          <ac:chgData name="Taylor, Lyn" userId="c7edfcec-8e1b-44a5-b320-97a8b99570dc" providerId="ADAL" clId="{ADBD5F59-7256-4788-A82B-3AD03D0BC317}" dt="2026-04-07T14:20:47.582" v="874" actId="20577"/>
          <ac:spMkLst>
            <pc:docMk/>
            <pc:sldMk cId="2922217728" sldId="310"/>
            <ac:spMk id="14" creationId="{3C176821-0CB5-F93E-C6D7-6A36AF8345AB}"/>
          </ac:spMkLst>
        </pc:spChg>
        <pc:spChg chg="add mod">
          <ac:chgData name="Taylor, Lyn" userId="c7edfcec-8e1b-44a5-b320-97a8b99570dc" providerId="ADAL" clId="{ADBD5F59-7256-4788-A82B-3AD03D0BC317}" dt="2026-04-07T14:48:03.014" v="1039"/>
          <ac:spMkLst>
            <pc:docMk/>
            <pc:sldMk cId="2922217728" sldId="310"/>
            <ac:spMk id="15" creationId="{D55F5F45-8E52-5F1D-EF9B-27D671DEC398}"/>
          </ac:spMkLst>
        </pc:spChg>
        <pc:spChg chg="del">
          <ac:chgData name="Taylor, Lyn" userId="c7edfcec-8e1b-44a5-b320-97a8b99570dc" providerId="ADAL" clId="{ADBD5F59-7256-4788-A82B-3AD03D0BC317}" dt="2026-04-07T13:50:42.947" v="350" actId="478"/>
          <ac:spMkLst>
            <pc:docMk/>
            <pc:sldMk cId="2922217728" sldId="310"/>
            <ac:spMk id="16" creationId="{FFD261D4-F29B-4BAC-E57E-0446CE779B0A}"/>
          </ac:spMkLst>
        </pc:spChg>
        <pc:spChg chg="add mod">
          <ac:chgData name="Taylor, Lyn" userId="c7edfcec-8e1b-44a5-b320-97a8b99570dc" providerId="ADAL" clId="{ADBD5F59-7256-4788-A82B-3AD03D0BC317}" dt="2026-04-07T14:48:17.682" v="1042"/>
          <ac:spMkLst>
            <pc:docMk/>
            <pc:sldMk cId="2922217728" sldId="310"/>
            <ac:spMk id="20" creationId="{7F0821F0-D458-7FB4-937F-D08419E64154}"/>
          </ac:spMkLst>
        </pc:spChg>
        <pc:spChg chg="add mod">
          <ac:chgData name="Taylor, Lyn" userId="c7edfcec-8e1b-44a5-b320-97a8b99570dc" providerId="ADAL" clId="{ADBD5F59-7256-4788-A82B-3AD03D0BC317}" dt="2026-04-07T14:51:14.745" v="1199"/>
          <ac:spMkLst>
            <pc:docMk/>
            <pc:sldMk cId="2922217728" sldId="310"/>
            <ac:spMk id="22" creationId="{FE12D108-4649-AB0E-BCFA-E367D4337C5E}"/>
          </ac:spMkLst>
        </pc:spChg>
        <pc:spChg chg="del">
          <ac:chgData name="Taylor, Lyn" userId="c7edfcec-8e1b-44a5-b320-97a8b99570dc" providerId="ADAL" clId="{ADBD5F59-7256-4788-A82B-3AD03D0BC317}" dt="2026-04-07T13:51:24.580" v="355" actId="478"/>
          <ac:spMkLst>
            <pc:docMk/>
            <pc:sldMk cId="2922217728" sldId="310"/>
            <ac:spMk id="23" creationId="{FFDAD647-A95A-DE8D-90D9-17D135506C2B}"/>
          </ac:spMkLst>
        </pc:spChg>
        <pc:picChg chg="del">
          <ac:chgData name="Taylor, Lyn" userId="c7edfcec-8e1b-44a5-b320-97a8b99570dc" providerId="ADAL" clId="{ADBD5F59-7256-4788-A82B-3AD03D0BC317}" dt="2026-04-07T14:47:58.596" v="1034" actId="478"/>
          <ac:picMkLst>
            <pc:docMk/>
            <pc:sldMk cId="2922217728" sldId="310"/>
            <ac:picMk id="5" creationId="{678D6103-E1E7-2D20-5744-A1D25A18ED03}"/>
          </ac:picMkLst>
        </pc:picChg>
        <pc:picChg chg="add mod">
          <ac:chgData name="Taylor, Lyn" userId="c7edfcec-8e1b-44a5-b320-97a8b99570dc" providerId="ADAL" clId="{ADBD5F59-7256-4788-A82B-3AD03D0BC317}" dt="2026-04-07T13:51:35.266" v="358" actId="14100"/>
          <ac:picMkLst>
            <pc:docMk/>
            <pc:sldMk cId="2922217728" sldId="310"/>
            <ac:picMk id="8" creationId="{EEAE45E2-A715-1147-D4B4-80E294CE976B}"/>
          </ac:picMkLst>
        </pc:picChg>
        <pc:picChg chg="del">
          <ac:chgData name="Taylor, Lyn" userId="c7edfcec-8e1b-44a5-b320-97a8b99570dc" providerId="ADAL" clId="{ADBD5F59-7256-4788-A82B-3AD03D0BC317}" dt="2026-04-07T14:48:01.987" v="1038" actId="478"/>
          <ac:picMkLst>
            <pc:docMk/>
            <pc:sldMk cId="2922217728" sldId="310"/>
            <ac:picMk id="9" creationId="{6893414C-1064-E988-99FD-0EAD6B9A388C}"/>
          </ac:picMkLst>
        </pc:picChg>
        <pc:picChg chg="del">
          <ac:chgData name="Taylor, Lyn" userId="c7edfcec-8e1b-44a5-b320-97a8b99570dc" providerId="ADAL" clId="{ADBD5F59-7256-4788-A82B-3AD03D0BC317}" dt="2026-04-07T14:47:59.357" v="1035" actId="478"/>
          <ac:picMkLst>
            <pc:docMk/>
            <pc:sldMk cId="2922217728" sldId="310"/>
            <ac:picMk id="13" creationId="{2DE43D7F-E785-504F-8E91-D71DC0FEBB42}"/>
          </ac:picMkLst>
        </pc:picChg>
        <pc:picChg chg="add mod">
          <ac:chgData name="Taylor, Lyn" userId="c7edfcec-8e1b-44a5-b320-97a8b99570dc" providerId="ADAL" clId="{ADBD5F59-7256-4788-A82B-3AD03D0BC317}" dt="2026-04-07T14:48:03.014" v="1039"/>
          <ac:picMkLst>
            <pc:docMk/>
            <pc:sldMk cId="2922217728" sldId="310"/>
            <ac:picMk id="17" creationId="{211E2F22-BAE9-9CAF-49AE-855BC21B32F1}"/>
          </ac:picMkLst>
        </pc:picChg>
        <pc:picChg chg="add mod">
          <ac:chgData name="Taylor, Lyn" userId="c7edfcec-8e1b-44a5-b320-97a8b99570dc" providerId="ADAL" clId="{ADBD5F59-7256-4788-A82B-3AD03D0BC317}" dt="2026-04-07T14:48:03.014" v="1039"/>
          <ac:picMkLst>
            <pc:docMk/>
            <pc:sldMk cId="2922217728" sldId="310"/>
            <ac:picMk id="19" creationId="{109454FA-26D4-4953-AB2C-256D9EF67D1E}"/>
          </ac:picMkLst>
        </pc:picChg>
        <pc:picChg chg="add mod">
          <ac:chgData name="Taylor, Lyn" userId="c7edfcec-8e1b-44a5-b320-97a8b99570dc" providerId="ADAL" clId="{ADBD5F59-7256-4788-A82B-3AD03D0BC317}" dt="2026-04-07T14:48:59.808" v="1051"/>
          <ac:picMkLst>
            <pc:docMk/>
            <pc:sldMk cId="2922217728" sldId="310"/>
            <ac:picMk id="21" creationId="{74E330E8-8295-DACF-C67D-3DBAE8354353}"/>
          </ac:picMkLst>
        </pc:picChg>
      </pc:sldChg>
      <pc:sldChg chg="addSp delSp modSp add mod">
        <pc:chgData name="Taylor, Lyn" userId="c7edfcec-8e1b-44a5-b320-97a8b99570dc" providerId="ADAL" clId="{ADBD5F59-7256-4788-A82B-3AD03D0BC317}" dt="2026-04-07T14:51:15.725" v="1200"/>
        <pc:sldMkLst>
          <pc:docMk/>
          <pc:sldMk cId="2520754924" sldId="311"/>
        </pc:sldMkLst>
        <pc:spChg chg="add mod">
          <ac:chgData name="Taylor, Lyn" userId="c7edfcec-8e1b-44a5-b320-97a8b99570dc" providerId="ADAL" clId="{ADBD5F59-7256-4788-A82B-3AD03D0BC317}" dt="2026-04-07T14:50:28.637" v="1187" actId="6549"/>
          <ac:spMkLst>
            <pc:docMk/>
            <pc:sldMk cId="2520754924" sldId="311"/>
            <ac:spMk id="3" creationId="{861C551B-369E-2935-30A6-5B714F0D5829}"/>
          </ac:spMkLst>
        </pc:spChg>
        <pc:spChg chg="mod">
          <ac:chgData name="Taylor, Lyn" userId="c7edfcec-8e1b-44a5-b320-97a8b99570dc" providerId="ADAL" clId="{ADBD5F59-7256-4788-A82B-3AD03D0BC317}" dt="2026-04-07T14:46:47.910" v="1023" actId="115"/>
          <ac:spMkLst>
            <pc:docMk/>
            <pc:sldMk cId="2520754924" sldId="311"/>
            <ac:spMk id="4" creationId="{36216A74-151F-BC6D-ECD0-903C1EAAAECF}"/>
          </ac:spMkLst>
        </pc:spChg>
        <pc:spChg chg="del">
          <ac:chgData name="Taylor, Lyn" userId="c7edfcec-8e1b-44a5-b320-97a8b99570dc" providerId="ADAL" clId="{ADBD5F59-7256-4788-A82B-3AD03D0BC317}" dt="2026-04-07T13:54:52.827" v="395" actId="478"/>
          <ac:spMkLst>
            <pc:docMk/>
            <pc:sldMk cId="2520754924" sldId="311"/>
            <ac:spMk id="6" creationId="{8837C705-2C68-B11A-395E-03E4FE64FCA8}"/>
          </ac:spMkLst>
        </pc:spChg>
        <pc:spChg chg="add mod">
          <ac:chgData name="Taylor, Lyn" userId="c7edfcec-8e1b-44a5-b320-97a8b99570dc" providerId="ADAL" clId="{ADBD5F59-7256-4788-A82B-3AD03D0BC317}" dt="2026-04-07T14:51:15.725" v="1200"/>
          <ac:spMkLst>
            <pc:docMk/>
            <pc:sldMk cId="2520754924" sldId="311"/>
            <ac:spMk id="7" creationId="{019B623B-65CD-7AE9-2EBA-F4D835E4E640}"/>
          </ac:spMkLst>
        </pc:spChg>
        <pc:spChg chg="mod">
          <ac:chgData name="Taylor, Lyn" userId="c7edfcec-8e1b-44a5-b320-97a8b99570dc" providerId="ADAL" clId="{ADBD5F59-7256-4788-A82B-3AD03D0BC317}" dt="2026-04-07T14:47:12.942" v="1030" actId="14100"/>
          <ac:spMkLst>
            <pc:docMk/>
            <pc:sldMk cId="2520754924" sldId="311"/>
            <ac:spMk id="10" creationId="{EF8F58BF-53BE-829A-65E7-95B496E89C86}"/>
          </ac:spMkLst>
        </pc:spChg>
        <pc:spChg chg="mod">
          <ac:chgData name="Taylor, Lyn" userId="c7edfcec-8e1b-44a5-b320-97a8b99570dc" providerId="ADAL" clId="{ADBD5F59-7256-4788-A82B-3AD03D0BC317}" dt="2026-04-07T14:47:15.862" v="1031" actId="14100"/>
          <ac:spMkLst>
            <pc:docMk/>
            <pc:sldMk cId="2520754924" sldId="311"/>
            <ac:spMk id="11" creationId="{743255E8-8D60-CA3C-359B-4F5DD7ED3B2D}"/>
          </ac:spMkLst>
        </pc:spChg>
        <pc:spChg chg="mod">
          <ac:chgData name="Taylor, Lyn" userId="c7edfcec-8e1b-44a5-b320-97a8b99570dc" providerId="ADAL" clId="{ADBD5F59-7256-4788-A82B-3AD03D0BC317}" dt="2026-04-07T14:20:52.211" v="876" actId="20577"/>
          <ac:spMkLst>
            <pc:docMk/>
            <pc:sldMk cId="2520754924" sldId="311"/>
            <ac:spMk id="14" creationId="{C8CB8D0D-7802-CA56-E9F6-210735DCDCE2}"/>
          </ac:spMkLst>
        </pc:spChg>
        <pc:spChg chg="del mod">
          <ac:chgData name="Taylor, Lyn" userId="c7edfcec-8e1b-44a5-b320-97a8b99570dc" providerId="ADAL" clId="{ADBD5F59-7256-4788-A82B-3AD03D0BC317}" dt="2026-04-07T13:54:52.829" v="397"/>
          <ac:spMkLst>
            <pc:docMk/>
            <pc:sldMk cId="2520754924" sldId="311"/>
            <ac:spMk id="23" creationId="{5720991B-1115-AE77-55A8-36A0AE8B16EF}"/>
          </ac:spMkLst>
        </pc:spChg>
        <pc:picChg chg="mod">
          <ac:chgData name="Taylor, Lyn" userId="c7edfcec-8e1b-44a5-b320-97a8b99570dc" providerId="ADAL" clId="{ADBD5F59-7256-4788-A82B-3AD03D0BC317}" dt="2026-04-07T14:48:58.560" v="1050" actId="1076"/>
          <ac:picMkLst>
            <pc:docMk/>
            <pc:sldMk cId="2520754924" sldId="311"/>
            <ac:picMk id="5" creationId="{356E47B7-E398-8076-4F57-C3A72D730E9E}"/>
          </ac:picMkLst>
        </pc:picChg>
        <pc:picChg chg="del">
          <ac:chgData name="Taylor, Lyn" userId="c7edfcec-8e1b-44a5-b320-97a8b99570dc" providerId="ADAL" clId="{ADBD5F59-7256-4788-A82B-3AD03D0BC317}" dt="2026-04-07T13:54:11.328" v="366" actId="478"/>
          <ac:picMkLst>
            <pc:docMk/>
            <pc:sldMk cId="2520754924" sldId="311"/>
            <ac:picMk id="8" creationId="{99F19A48-D438-7C57-3591-EDA24A83F1D6}"/>
          </ac:picMkLst>
        </pc:picChg>
        <pc:picChg chg="mod">
          <ac:chgData name="Taylor, Lyn" userId="c7edfcec-8e1b-44a5-b320-97a8b99570dc" providerId="ADAL" clId="{ADBD5F59-7256-4788-A82B-3AD03D0BC317}" dt="2026-04-07T14:48:15.754" v="1041" actId="1076"/>
          <ac:picMkLst>
            <pc:docMk/>
            <pc:sldMk cId="2520754924" sldId="311"/>
            <ac:picMk id="13" creationId="{8614F987-9094-C606-5CCF-50D4B2CD85DE}"/>
          </ac:picMkLst>
        </pc:picChg>
      </pc:sldChg>
      <pc:sldChg chg="addSp delSp modSp new del mod">
        <pc:chgData name="Taylor, Lyn" userId="c7edfcec-8e1b-44a5-b320-97a8b99570dc" providerId="ADAL" clId="{ADBD5F59-7256-4788-A82B-3AD03D0BC317}" dt="2026-04-07T14:40:09.573" v="935" actId="47"/>
        <pc:sldMkLst>
          <pc:docMk/>
          <pc:sldMk cId="3869008687" sldId="312"/>
        </pc:sldMkLst>
        <pc:spChg chg="mod topLvl">
          <ac:chgData name="Taylor, Lyn" userId="c7edfcec-8e1b-44a5-b320-97a8b99570dc" providerId="ADAL" clId="{ADBD5F59-7256-4788-A82B-3AD03D0BC317}" dt="2026-04-07T14:39:32.239" v="925" actId="164"/>
          <ac:spMkLst>
            <pc:docMk/>
            <pc:sldMk cId="3869008687" sldId="312"/>
            <ac:spMk id="3" creationId="{50F00A2F-80AC-96C6-ECFA-8B2EE0104575}"/>
          </ac:spMkLst>
        </pc:spChg>
        <pc:spChg chg="mod topLvl">
          <ac:chgData name="Taylor, Lyn" userId="c7edfcec-8e1b-44a5-b320-97a8b99570dc" providerId="ADAL" clId="{ADBD5F59-7256-4788-A82B-3AD03D0BC317}" dt="2026-04-07T14:39:32.239" v="925" actId="164"/>
          <ac:spMkLst>
            <pc:docMk/>
            <pc:sldMk cId="3869008687" sldId="312"/>
            <ac:spMk id="4" creationId="{FFC84921-85CD-D96F-3171-1F90DFE5B8A6}"/>
          </ac:spMkLst>
        </pc:spChg>
        <pc:spChg chg="mod topLvl">
          <ac:chgData name="Taylor, Lyn" userId="c7edfcec-8e1b-44a5-b320-97a8b99570dc" providerId="ADAL" clId="{ADBD5F59-7256-4788-A82B-3AD03D0BC317}" dt="2026-04-07T14:39:32.239" v="925" actId="164"/>
          <ac:spMkLst>
            <pc:docMk/>
            <pc:sldMk cId="3869008687" sldId="312"/>
            <ac:spMk id="5" creationId="{A3860D5E-B7FD-85C9-6CED-3C1F30857B31}"/>
          </ac:spMkLst>
        </pc:spChg>
        <pc:spChg chg="mod topLvl">
          <ac:chgData name="Taylor, Lyn" userId="c7edfcec-8e1b-44a5-b320-97a8b99570dc" providerId="ADAL" clId="{ADBD5F59-7256-4788-A82B-3AD03D0BC317}" dt="2026-04-07T14:39:32.239" v="925" actId="164"/>
          <ac:spMkLst>
            <pc:docMk/>
            <pc:sldMk cId="3869008687" sldId="312"/>
            <ac:spMk id="6" creationId="{7A2F811C-046F-3CA2-45CC-59BEE03F02E2}"/>
          </ac:spMkLst>
        </pc:spChg>
        <pc:spChg chg="mod">
          <ac:chgData name="Taylor, Lyn" userId="c7edfcec-8e1b-44a5-b320-97a8b99570dc" providerId="ADAL" clId="{ADBD5F59-7256-4788-A82B-3AD03D0BC317}" dt="2026-04-07T14:39:32.239" v="925" actId="164"/>
          <ac:spMkLst>
            <pc:docMk/>
            <pc:sldMk cId="3869008687" sldId="312"/>
            <ac:spMk id="7" creationId="{597D68BA-5D2D-D2AB-AFB2-3304CC4DBB35}"/>
          </ac:spMkLst>
        </pc:spChg>
        <pc:spChg chg="del">
          <ac:chgData name="Taylor, Lyn" userId="c7edfcec-8e1b-44a5-b320-97a8b99570dc" providerId="ADAL" clId="{ADBD5F59-7256-4788-A82B-3AD03D0BC317}" dt="2026-04-07T14:23:42.416" v="905" actId="478"/>
          <ac:spMkLst>
            <pc:docMk/>
            <pc:sldMk cId="3869008687" sldId="312"/>
            <ac:spMk id="8" creationId="{CD440ED7-CD7C-0CE8-DFCB-F7A87EFF6AB8}"/>
          </ac:spMkLst>
        </pc:spChg>
        <pc:spChg chg="del">
          <ac:chgData name="Taylor, Lyn" userId="c7edfcec-8e1b-44a5-b320-97a8b99570dc" providerId="ADAL" clId="{ADBD5F59-7256-4788-A82B-3AD03D0BC317}" dt="2026-04-07T14:23:41.683" v="904" actId="478"/>
          <ac:spMkLst>
            <pc:docMk/>
            <pc:sldMk cId="3869008687" sldId="312"/>
            <ac:spMk id="9" creationId="{7CE428DC-E9E4-69CC-36FC-59FC8AD78B6E}"/>
          </ac:spMkLst>
        </pc:spChg>
        <pc:spChg chg="del">
          <ac:chgData name="Taylor, Lyn" userId="c7edfcec-8e1b-44a5-b320-97a8b99570dc" providerId="ADAL" clId="{ADBD5F59-7256-4788-A82B-3AD03D0BC317}" dt="2026-04-07T14:23:41.232" v="903" actId="478"/>
          <ac:spMkLst>
            <pc:docMk/>
            <pc:sldMk cId="3869008687" sldId="312"/>
            <ac:spMk id="10" creationId="{4D5509EB-1A86-9A68-592B-785D2D0B6FE3}"/>
          </ac:spMkLst>
        </pc:spChg>
        <pc:spChg chg="del mod topLvl">
          <ac:chgData name="Taylor, Lyn" userId="c7edfcec-8e1b-44a5-b320-97a8b99570dc" providerId="ADAL" clId="{ADBD5F59-7256-4788-A82B-3AD03D0BC317}" dt="2026-04-07T14:23:40.683" v="902" actId="478"/>
          <ac:spMkLst>
            <pc:docMk/>
            <pc:sldMk cId="3869008687" sldId="312"/>
            <ac:spMk id="11" creationId="{41DF28D0-2CA6-21F0-F2AE-BF159BE5EF44}"/>
          </ac:spMkLst>
        </pc:spChg>
        <pc:spChg chg="mod">
          <ac:chgData name="Taylor, Lyn" userId="c7edfcec-8e1b-44a5-b320-97a8b99570dc" providerId="ADAL" clId="{ADBD5F59-7256-4788-A82B-3AD03D0BC317}" dt="2026-04-07T14:39:32.239" v="925" actId="164"/>
          <ac:spMkLst>
            <pc:docMk/>
            <pc:sldMk cId="3869008687" sldId="312"/>
            <ac:spMk id="12" creationId="{9943B5BB-0DF9-31B8-048B-FB56E8630A40}"/>
          </ac:spMkLst>
        </pc:spChg>
        <pc:spChg chg="mod">
          <ac:chgData name="Taylor, Lyn" userId="c7edfcec-8e1b-44a5-b320-97a8b99570dc" providerId="ADAL" clId="{ADBD5F59-7256-4788-A82B-3AD03D0BC317}" dt="2026-04-07T14:39:32.239" v="925" actId="164"/>
          <ac:spMkLst>
            <pc:docMk/>
            <pc:sldMk cId="3869008687" sldId="312"/>
            <ac:spMk id="13" creationId="{2ED28D28-9DC8-48C7-0A42-CD40C928DE4F}"/>
          </ac:spMkLst>
        </pc:spChg>
        <pc:spChg chg="mod topLvl">
          <ac:chgData name="Taylor, Lyn" userId="c7edfcec-8e1b-44a5-b320-97a8b99570dc" providerId="ADAL" clId="{ADBD5F59-7256-4788-A82B-3AD03D0BC317}" dt="2026-04-07T14:39:32.239" v="925" actId="164"/>
          <ac:spMkLst>
            <pc:docMk/>
            <pc:sldMk cId="3869008687" sldId="312"/>
            <ac:spMk id="14" creationId="{4901FEDD-CBB2-8177-06D7-5B5B20356BE3}"/>
          </ac:spMkLst>
        </pc:spChg>
        <pc:spChg chg="mod topLvl">
          <ac:chgData name="Taylor, Lyn" userId="c7edfcec-8e1b-44a5-b320-97a8b99570dc" providerId="ADAL" clId="{ADBD5F59-7256-4788-A82B-3AD03D0BC317}" dt="2026-04-07T14:39:32.239" v="925" actId="164"/>
          <ac:spMkLst>
            <pc:docMk/>
            <pc:sldMk cId="3869008687" sldId="312"/>
            <ac:spMk id="15" creationId="{A8302645-8753-C801-2600-238B8480366D}"/>
          </ac:spMkLst>
        </pc:spChg>
        <pc:spChg chg="del">
          <ac:chgData name="Taylor, Lyn" userId="c7edfcec-8e1b-44a5-b320-97a8b99570dc" providerId="ADAL" clId="{ADBD5F59-7256-4788-A82B-3AD03D0BC317}" dt="2026-04-07T14:23:47.447" v="913" actId="478"/>
          <ac:spMkLst>
            <pc:docMk/>
            <pc:sldMk cId="3869008687" sldId="312"/>
            <ac:spMk id="16" creationId="{36F300B2-1C9F-2572-955A-55E4947EB644}"/>
          </ac:spMkLst>
        </pc:spChg>
        <pc:spChg chg="del">
          <ac:chgData name="Taylor, Lyn" userId="c7edfcec-8e1b-44a5-b320-97a8b99570dc" providerId="ADAL" clId="{ADBD5F59-7256-4788-A82B-3AD03D0BC317}" dt="2026-04-07T14:23:46.905" v="912" actId="478"/>
          <ac:spMkLst>
            <pc:docMk/>
            <pc:sldMk cId="3869008687" sldId="312"/>
            <ac:spMk id="17" creationId="{1323F284-A080-D92B-6FA5-913B38782F83}"/>
          </ac:spMkLst>
        </pc:spChg>
        <pc:spChg chg="del">
          <ac:chgData name="Taylor, Lyn" userId="c7edfcec-8e1b-44a5-b320-97a8b99570dc" providerId="ADAL" clId="{ADBD5F59-7256-4788-A82B-3AD03D0BC317}" dt="2026-04-07T14:23:46.328" v="911" actId="478"/>
          <ac:spMkLst>
            <pc:docMk/>
            <pc:sldMk cId="3869008687" sldId="312"/>
            <ac:spMk id="18" creationId="{5F20BF5B-DD0E-1B36-5D3C-8DA068E759D6}"/>
          </ac:spMkLst>
        </pc:spChg>
        <pc:spChg chg="del mod topLvl">
          <ac:chgData name="Taylor, Lyn" userId="c7edfcec-8e1b-44a5-b320-97a8b99570dc" providerId="ADAL" clId="{ADBD5F59-7256-4788-A82B-3AD03D0BC317}" dt="2026-04-07T14:23:45.974" v="910" actId="478"/>
          <ac:spMkLst>
            <pc:docMk/>
            <pc:sldMk cId="3869008687" sldId="312"/>
            <ac:spMk id="19" creationId="{5BC2350F-B185-6C5C-FF92-8D4D0CF4F055}"/>
          </ac:spMkLst>
        </pc:spChg>
        <pc:spChg chg="mod">
          <ac:chgData name="Taylor, Lyn" userId="c7edfcec-8e1b-44a5-b320-97a8b99570dc" providerId="ADAL" clId="{ADBD5F59-7256-4788-A82B-3AD03D0BC317}" dt="2026-04-07T14:39:32.239" v="925" actId="164"/>
          <ac:spMkLst>
            <pc:docMk/>
            <pc:sldMk cId="3869008687" sldId="312"/>
            <ac:spMk id="20" creationId="{4E752B9A-00AE-3F5B-AD98-F8A1BDB2E262}"/>
          </ac:spMkLst>
        </pc:spChg>
        <pc:spChg chg="del">
          <ac:chgData name="Taylor, Lyn" userId="c7edfcec-8e1b-44a5-b320-97a8b99570dc" providerId="ADAL" clId="{ADBD5F59-7256-4788-A82B-3AD03D0BC317}" dt="2026-04-07T14:23:39.311" v="901" actId="478"/>
          <ac:spMkLst>
            <pc:docMk/>
            <pc:sldMk cId="3869008687" sldId="312"/>
            <ac:spMk id="21" creationId="{FCA4115E-C623-A298-908E-DE4189D0E560}"/>
          </ac:spMkLst>
        </pc:spChg>
        <pc:spChg chg="del mod topLvl">
          <ac:chgData name="Taylor, Lyn" userId="c7edfcec-8e1b-44a5-b320-97a8b99570dc" providerId="ADAL" clId="{ADBD5F59-7256-4788-A82B-3AD03D0BC317}" dt="2026-04-07T14:23:39.311" v="901" actId="478"/>
          <ac:spMkLst>
            <pc:docMk/>
            <pc:sldMk cId="3869008687" sldId="312"/>
            <ac:spMk id="22" creationId="{9BE2D804-A364-2B64-3401-922235B94519}"/>
          </ac:spMkLst>
        </pc:spChg>
        <pc:spChg chg="del">
          <ac:chgData name="Taylor, Lyn" userId="c7edfcec-8e1b-44a5-b320-97a8b99570dc" providerId="ADAL" clId="{ADBD5F59-7256-4788-A82B-3AD03D0BC317}" dt="2026-04-07T14:23:39.311" v="901" actId="478"/>
          <ac:spMkLst>
            <pc:docMk/>
            <pc:sldMk cId="3869008687" sldId="312"/>
            <ac:spMk id="23" creationId="{8EF6AFAA-BD2E-454E-B28A-CF7832DC8EA8}"/>
          </ac:spMkLst>
        </pc:spChg>
        <pc:spChg chg="del mod topLvl">
          <ac:chgData name="Taylor, Lyn" userId="c7edfcec-8e1b-44a5-b320-97a8b99570dc" providerId="ADAL" clId="{ADBD5F59-7256-4788-A82B-3AD03D0BC317}" dt="2026-04-07T14:23:39.311" v="901" actId="478"/>
          <ac:spMkLst>
            <pc:docMk/>
            <pc:sldMk cId="3869008687" sldId="312"/>
            <ac:spMk id="24" creationId="{F711B660-4FFD-F4FA-1712-FD7739661126}"/>
          </ac:spMkLst>
        </pc:spChg>
        <pc:grpChg chg="mod">
          <ac:chgData name="Taylor, Lyn" userId="c7edfcec-8e1b-44a5-b320-97a8b99570dc" providerId="ADAL" clId="{ADBD5F59-7256-4788-A82B-3AD03D0BC317}" dt="2026-04-07T14:23:30.819" v="899" actId="1076"/>
          <ac:grpSpMkLst>
            <pc:docMk/>
            <pc:sldMk cId="3869008687" sldId="312"/>
            <ac:grpSpMk id="2" creationId="{F22672E9-A95D-A02C-4CDD-0A97EFC87BF5}"/>
          </ac:grpSpMkLst>
        </pc:grpChg>
        <pc:grpChg chg="mod">
          <ac:chgData name="Taylor, Lyn" userId="c7edfcec-8e1b-44a5-b320-97a8b99570dc" providerId="ADAL" clId="{ADBD5F59-7256-4788-A82B-3AD03D0BC317}" dt="2026-04-07T14:39:41.840" v="927" actId="14100"/>
          <ac:grpSpMkLst>
            <pc:docMk/>
            <pc:sldMk cId="3869008687" sldId="312"/>
            <ac:grpSpMk id="51" creationId="{2685F1EA-05D0-12AA-0B4B-122618B0255C}"/>
          </ac:grpSpMkLst>
        </pc:grpChg>
        <pc:cxnChg chg="del mod">
          <ac:chgData name="Taylor, Lyn" userId="c7edfcec-8e1b-44a5-b320-97a8b99570dc" providerId="ADAL" clId="{ADBD5F59-7256-4788-A82B-3AD03D0BC317}" dt="2026-04-07T14:23:45.120" v="909" actId="478"/>
          <ac:cxnSpMkLst>
            <pc:docMk/>
            <pc:sldMk cId="3869008687" sldId="312"/>
            <ac:cxnSpMk id="29" creationId="{D1B19042-812C-E70B-A92C-FF9B29E6D551}"/>
          </ac:cxnSpMkLst>
        </pc:cxnChg>
        <pc:cxnChg chg="del mod">
          <ac:chgData name="Taylor, Lyn" userId="c7edfcec-8e1b-44a5-b320-97a8b99570dc" providerId="ADAL" clId="{ADBD5F59-7256-4788-A82B-3AD03D0BC317}" dt="2026-04-07T14:23:44.578" v="908" actId="478"/>
          <ac:cxnSpMkLst>
            <pc:docMk/>
            <pc:sldMk cId="3869008687" sldId="312"/>
            <ac:cxnSpMk id="30" creationId="{76E548EB-9468-9878-6B87-9D9DDBFC1234}"/>
          </ac:cxnSpMkLst>
        </pc:cxnChg>
        <pc:cxnChg chg="del mod">
          <ac:chgData name="Taylor, Lyn" userId="c7edfcec-8e1b-44a5-b320-97a8b99570dc" providerId="ADAL" clId="{ADBD5F59-7256-4788-A82B-3AD03D0BC317}" dt="2026-04-07T14:23:43.793" v="907" actId="478"/>
          <ac:cxnSpMkLst>
            <pc:docMk/>
            <pc:sldMk cId="3869008687" sldId="312"/>
            <ac:cxnSpMk id="31" creationId="{A823FC8D-65D8-44FC-9D7F-1920FB23F73C}"/>
          </ac:cxnSpMkLst>
        </pc:cxnChg>
        <pc:cxnChg chg="del mod">
          <ac:chgData name="Taylor, Lyn" userId="c7edfcec-8e1b-44a5-b320-97a8b99570dc" providerId="ADAL" clId="{ADBD5F59-7256-4788-A82B-3AD03D0BC317}" dt="2026-04-07T14:23:43.262" v="906" actId="478"/>
          <ac:cxnSpMkLst>
            <pc:docMk/>
            <pc:sldMk cId="3869008687" sldId="312"/>
            <ac:cxnSpMk id="32" creationId="{DFA0EA5A-DCC4-B9AD-0A33-9A11398EA880}"/>
          </ac:cxnSpMkLst>
        </pc:cxnChg>
        <pc:cxnChg chg="del">
          <ac:chgData name="Taylor, Lyn" userId="c7edfcec-8e1b-44a5-b320-97a8b99570dc" providerId="ADAL" clId="{ADBD5F59-7256-4788-A82B-3AD03D0BC317}" dt="2026-04-07T14:23:49.769" v="917" actId="478"/>
          <ac:cxnSpMkLst>
            <pc:docMk/>
            <pc:sldMk cId="3869008687" sldId="312"/>
            <ac:cxnSpMk id="36" creationId="{77D8C1D1-6B83-2680-6CCA-AB48F1B806D4}"/>
          </ac:cxnSpMkLst>
        </pc:cxnChg>
        <pc:cxnChg chg="del">
          <ac:chgData name="Taylor, Lyn" userId="c7edfcec-8e1b-44a5-b320-97a8b99570dc" providerId="ADAL" clId="{ADBD5F59-7256-4788-A82B-3AD03D0BC317}" dt="2026-04-07T14:23:49.172" v="916" actId="478"/>
          <ac:cxnSpMkLst>
            <pc:docMk/>
            <pc:sldMk cId="3869008687" sldId="312"/>
            <ac:cxnSpMk id="37" creationId="{A5B68A98-7F4E-45EC-3550-A3C2E7C3FA8D}"/>
          </ac:cxnSpMkLst>
        </pc:cxnChg>
        <pc:cxnChg chg="del">
          <ac:chgData name="Taylor, Lyn" userId="c7edfcec-8e1b-44a5-b320-97a8b99570dc" providerId="ADAL" clId="{ADBD5F59-7256-4788-A82B-3AD03D0BC317}" dt="2026-04-07T14:23:48.631" v="915" actId="478"/>
          <ac:cxnSpMkLst>
            <pc:docMk/>
            <pc:sldMk cId="3869008687" sldId="312"/>
            <ac:cxnSpMk id="38" creationId="{003FC0CB-DBCF-B456-388A-2B20936B8E47}"/>
          </ac:cxnSpMkLst>
        </pc:cxnChg>
        <pc:cxnChg chg="del">
          <ac:chgData name="Taylor, Lyn" userId="c7edfcec-8e1b-44a5-b320-97a8b99570dc" providerId="ADAL" clId="{ADBD5F59-7256-4788-A82B-3AD03D0BC317}" dt="2026-04-07T14:23:48.298" v="914" actId="478"/>
          <ac:cxnSpMkLst>
            <pc:docMk/>
            <pc:sldMk cId="3869008687" sldId="312"/>
            <ac:cxnSpMk id="39" creationId="{9D549E48-2158-6289-3F35-CC76EBB2608E}"/>
          </ac:cxnSpMkLst>
        </pc:cxnChg>
        <pc:cxnChg chg="del">
          <ac:chgData name="Taylor, Lyn" userId="c7edfcec-8e1b-44a5-b320-97a8b99570dc" providerId="ADAL" clId="{ADBD5F59-7256-4788-A82B-3AD03D0BC317}" dt="2026-04-07T14:23:39.311" v="901" actId="478"/>
          <ac:cxnSpMkLst>
            <pc:docMk/>
            <pc:sldMk cId="3869008687" sldId="312"/>
            <ac:cxnSpMk id="40" creationId="{F89DA3AF-E45A-519E-AE25-21A2A19992B3}"/>
          </ac:cxnSpMkLst>
        </pc:cxnChg>
        <pc:cxnChg chg="mod">
          <ac:chgData name="Taylor, Lyn" userId="c7edfcec-8e1b-44a5-b320-97a8b99570dc" providerId="ADAL" clId="{ADBD5F59-7256-4788-A82B-3AD03D0BC317}" dt="2026-04-07T14:24:17.163" v="924" actId="1076"/>
          <ac:cxnSpMkLst>
            <pc:docMk/>
            <pc:sldMk cId="3869008687" sldId="312"/>
            <ac:cxnSpMk id="42" creationId="{04C88BA2-EB5F-6CA7-2615-DBAEACA0A8FB}"/>
          </ac:cxnSpMkLst>
        </pc:cxnChg>
        <pc:cxnChg chg="mod">
          <ac:chgData name="Taylor, Lyn" userId="c7edfcec-8e1b-44a5-b320-97a8b99570dc" providerId="ADAL" clId="{ADBD5F59-7256-4788-A82B-3AD03D0BC317}" dt="2026-04-07T14:24:17.163" v="924" actId="1076"/>
          <ac:cxnSpMkLst>
            <pc:docMk/>
            <pc:sldMk cId="3869008687" sldId="312"/>
            <ac:cxnSpMk id="43" creationId="{B45A4184-BADC-107B-1192-6D7289E3B7FC}"/>
          </ac:cxnSpMkLst>
        </pc:cxnChg>
        <pc:cxnChg chg="mod">
          <ac:chgData name="Taylor, Lyn" userId="c7edfcec-8e1b-44a5-b320-97a8b99570dc" providerId="ADAL" clId="{ADBD5F59-7256-4788-A82B-3AD03D0BC317}" dt="2026-04-07T14:24:17.163" v="924" actId="1076"/>
          <ac:cxnSpMkLst>
            <pc:docMk/>
            <pc:sldMk cId="3869008687" sldId="312"/>
            <ac:cxnSpMk id="44" creationId="{DD5C426E-1C1E-CB68-9803-EDD21AF33214}"/>
          </ac:cxnSpMkLst>
        </pc:cxnChg>
        <pc:cxnChg chg="mod">
          <ac:chgData name="Taylor, Lyn" userId="c7edfcec-8e1b-44a5-b320-97a8b99570dc" providerId="ADAL" clId="{ADBD5F59-7256-4788-A82B-3AD03D0BC317}" dt="2026-04-07T14:24:17.163" v="924" actId="1076"/>
          <ac:cxnSpMkLst>
            <pc:docMk/>
            <pc:sldMk cId="3869008687" sldId="312"/>
            <ac:cxnSpMk id="45" creationId="{1FB23935-BB3C-BD16-4A55-E29B899A3490}"/>
          </ac:cxnSpMkLst>
        </pc:cxnChg>
        <pc:cxnChg chg="del mod">
          <ac:chgData name="Taylor, Lyn" userId="c7edfcec-8e1b-44a5-b320-97a8b99570dc" providerId="ADAL" clId="{ADBD5F59-7256-4788-A82B-3AD03D0BC317}" dt="2026-04-07T14:24:12.522" v="923" actId="478"/>
          <ac:cxnSpMkLst>
            <pc:docMk/>
            <pc:sldMk cId="3869008687" sldId="312"/>
            <ac:cxnSpMk id="46" creationId="{A509162C-24F6-2490-A337-2309186759B1}"/>
          </ac:cxnSpMkLst>
        </pc:cxnChg>
        <pc:cxnChg chg="del mod">
          <ac:chgData name="Taylor, Lyn" userId="c7edfcec-8e1b-44a5-b320-97a8b99570dc" providerId="ADAL" clId="{ADBD5F59-7256-4788-A82B-3AD03D0BC317}" dt="2026-04-07T14:23:53.971" v="921" actId="478"/>
          <ac:cxnSpMkLst>
            <pc:docMk/>
            <pc:sldMk cId="3869008687" sldId="312"/>
            <ac:cxnSpMk id="47" creationId="{91991E46-276A-6600-3924-CC8E88B0EC0F}"/>
          </ac:cxnSpMkLst>
        </pc:cxnChg>
        <pc:cxnChg chg="del mod">
          <ac:chgData name="Taylor, Lyn" userId="c7edfcec-8e1b-44a5-b320-97a8b99570dc" providerId="ADAL" clId="{ADBD5F59-7256-4788-A82B-3AD03D0BC317}" dt="2026-04-07T14:23:51.844" v="920" actId="478"/>
          <ac:cxnSpMkLst>
            <pc:docMk/>
            <pc:sldMk cId="3869008687" sldId="312"/>
            <ac:cxnSpMk id="48" creationId="{8E52A2EA-B420-0E9D-5D61-BF87E57E43EC}"/>
          </ac:cxnSpMkLst>
        </pc:cxnChg>
        <pc:cxnChg chg="del mod">
          <ac:chgData name="Taylor, Lyn" userId="c7edfcec-8e1b-44a5-b320-97a8b99570dc" providerId="ADAL" clId="{ADBD5F59-7256-4788-A82B-3AD03D0BC317}" dt="2026-04-07T14:23:51.241" v="919" actId="478"/>
          <ac:cxnSpMkLst>
            <pc:docMk/>
            <pc:sldMk cId="3869008687" sldId="312"/>
            <ac:cxnSpMk id="49" creationId="{816A5318-5725-E3CF-86D4-EA3F7C109624}"/>
          </ac:cxnSpMkLst>
        </pc:cxnChg>
        <pc:cxnChg chg="del mod">
          <ac:chgData name="Taylor, Lyn" userId="c7edfcec-8e1b-44a5-b320-97a8b99570dc" providerId="ADAL" clId="{ADBD5F59-7256-4788-A82B-3AD03D0BC317}" dt="2026-04-07T14:23:50.729" v="918" actId="478"/>
          <ac:cxnSpMkLst>
            <pc:docMk/>
            <pc:sldMk cId="3869008687" sldId="312"/>
            <ac:cxnSpMk id="50" creationId="{B264152B-7C5E-2238-86D4-D0AB93AA9A59}"/>
          </ac:cxnSpMkLst>
        </pc:cxnChg>
      </pc:sldChg>
      <pc:sldMasterChg chg="delSldLayout">
        <pc:chgData name="Taylor, Lyn" userId="c7edfcec-8e1b-44a5-b320-97a8b99570dc" providerId="ADAL" clId="{ADBD5F59-7256-4788-A82B-3AD03D0BC317}" dt="2026-04-07T13:55:56.401" v="438" actId="47"/>
        <pc:sldMasterMkLst>
          <pc:docMk/>
          <pc:sldMasterMk cId="3055525734" sldId="2147483648"/>
        </pc:sldMasterMkLst>
        <pc:sldLayoutChg chg="del">
          <pc:chgData name="Taylor, Lyn" userId="c7edfcec-8e1b-44a5-b320-97a8b99570dc" providerId="ADAL" clId="{ADBD5F59-7256-4788-A82B-3AD03D0BC317}" dt="2026-04-07T13:55:56.401" v="438" actId="47"/>
          <pc:sldLayoutMkLst>
            <pc:docMk/>
            <pc:sldMasterMk cId="3055525734" sldId="2147483648"/>
            <pc:sldLayoutMk cId="521076889" sldId="214748372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8B47B1-CD59-7142-AAA3-21818FBDBB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EFF7C-35B1-2D4C-825D-C11C443372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CD363-E5C0-1742-8182-7F5B7622D2C6}" type="datetimeFigureOut">
              <a:rPr lang="en-US" smtClean="0">
                <a:latin typeface="Arial" panose="020B0604020202020204" pitchFamily="34" charset="0"/>
              </a:rPr>
              <a:t>4/7/2026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9B3E2-FAA6-574D-B2E8-6E1D26DC11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55118-65AC-2141-BA88-B7723C4B7B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A8699-945C-2F44-8FA3-2DCFEC0C2781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3667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10AAC2C-0086-BD4A-96CB-5B53248D5F36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F183F98-A384-F947-B52B-C2E52B489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35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xt content no subtitle-gray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49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82">
          <p15:clr>
            <a:srgbClr val="FBAE40"/>
          </p15:clr>
        </p15:guide>
        <p15:guide id="2" pos="953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5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spcAft>
          <a:spcPts val="1300"/>
        </a:spcAft>
        <a:buFontTx/>
        <a:buBlip>
          <a:blip r:embed="rId3"/>
        </a:buBlip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16000" algn="l" defTabSz="914400" rtl="0" eaLnBrk="1" latinLnBrk="0" hangingPunct="1">
        <a:lnSpc>
          <a:spcPct val="110000"/>
        </a:lnSpc>
        <a:spcBef>
          <a:spcPts val="0"/>
        </a:spcBef>
        <a:spcAft>
          <a:spcPts val="1300"/>
        </a:spcAft>
        <a:buFontTx/>
        <a:buBlip>
          <a:blip r:embed="rId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4000" indent="-198000" algn="l" defTabSz="914400" rtl="0" eaLnBrk="1" latinLnBrk="0" hangingPunct="1">
        <a:lnSpc>
          <a:spcPct val="110000"/>
        </a:lnSpc>
        <a:spcBef>
          <a:spcPts val="0"/>
        </a:spcBef>
        <a:spcAft>
          <a:spcPts val="1300"/>
        </a:spcAft>
        <a:buFontTx/>
        <a:buBlip>
          <a:blip r:embed="rId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5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9.tmp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mailto:lyn.taylor@parexel.com" TargetMode="External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hyperlink" Target="mailto:christina.e.filmore@gsk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030CC-B0BD-E288-6CAB-D759CC46D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EBEF4A1-06E1-DC6D-4BA4-FD58562D6E0C}"/>
              </a:ext>
            </a:extLst>
          </p:cNvPr>
          <p:cNvSpPr/>
          <p:nvPr/>
        </p:nvSpPr>
        <p:spPr>
          <a:xfrm>
            <a:off x="6378887" y="5994879"/>
            <a:ext cx="5813113" cy="861509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8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C22072-2C8B-F9A4-C9F8-603B8FA8F3AB}"/>
              </a:ext>
            </a:extLst>
          </p:cNvPr>
          <p:cNvSpPr/>
          <p:nvPr/>
        </p:nvSpPr>
        <p:spPr>
          <a:xfrm>
            <a:off x="5529521" y="5994879"/>
            <a:ext cx="849366" cy="86150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8"/>
          </a:p>
        </p:txBody>
      </p:sp>
      <p:sp>
        <p:nvSpPr>
          <p:cNvPr id="2" name="Google Shape;19;g2573c09e3ea_0_88">
            <a:extLst>
              <a:ext uri="{FF2B5EF4-FFF2-40B4-BE49-F238E27FC236}">
                <a16:creationId xmlns:a16="http://schemas.microsoft.com/office/drawing/2014/main" id="{A85F81BE-E929-4A03-889A-639F34C52AA3}"/>
              </a:ext>
            </a:extLst>
          </p:cNvPr>
          <p:cNvSpPr/>
          <p:nvPr/>
        </p:nvSpPr>
        <p:spPr>
          <a:xfrm>
            <a:off x="0" y="5994879"/>
            <a:ext cx="5529520" cy="872897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9531" tIns="9761" rIns="19531" bIns="9761" anchor="ctr" anchorCtr="0">
            <a:noAutofit/>
          </a:bodyPr>
          <a:lstStyle/>
          <a:p>
            <a:pPr algn="ctr">
              <a:buClr>
                <a:srgbClr val="000000"/>
              </a:buClr>
              <a:buSzPts val="1900"/>
            </a:pPr>
            <a:endParaRPr sz="304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FA5CF53-4690-03D3-D6AF-959CF6BB3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3205" y="6062133"/>
            <a:ext cx="908788" cy="73839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713037-883C-FAAA-30A5-3AC32EE825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54533" y="5975189"/>
            <a:ext cx="851127" cy="8253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DE481D-7BD5-279A-3584-FAF32C5472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275" y="5778678"/>
            <a:ext cx="1673538" cy="1293910"/>
          </a:xfrm>
          <a:prstGeom prst="rect">
            <a:avLst/>
          </a:prstGeom>
        </p:spPr>
      </p:pic>
      <p:sp>
        <p:nvSpPr>
          <p:cNvPr id="14" name="Google Shape;19;g2573c09e3ea_0_88">
            <a:extLst>
              <a:ext uri="{FF2B5EF4-FFF2-40B4-BE49-F238E27FC236}">
                <a16:creationId xmlns:a16="http://schemas.microsoft.com/office/drawing/2014/main" id="{4B880346-088D-87F1-223F-C99EB2CA9848}"/>
              </a:ext>
            </a:extLst>
          </p:cNvPr>
          <p:cNvSpPr/>
          <p:nvPr/>
        </p:nvSpPr>
        <p:spPr>
          <a:xfrm>
            <a:off x="-9155" y="0"/>
            <a:ext cx="12201155" cy="1198799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9531" tIns="9761" rIns="19531" bIns="9761" anchor="ctr" anchorCtr="0">
            <a:noAutofit/>
          </a:bodyPr>
          <a:lstStyle/>
          <a:p>
            <a:pPr marL="271611"/>
            <a:r>
              <a:rPr lang="en-US" sz="2000" b="1" dirty="0">
                <a:solidFill>
                  <a:schemeClr val="bg1"/>
                </a:solidFill>
              </a:rPr>
              <a:t>CAMIS: Comparing Analysis Method Implementations in Software</a:t>
            </a:r>
          </a:p>
          <a:p>
            <a:pPr marL="271611"/>
            <a:r>
              <a:rPr lang="en-US" sz="2000" dirty="0">
                <a:solidFill>
                  <a:schemeClr val="bg1"/>
                </a:solidFill>
              </a:rPr>
              <a:t>A PHUSE DVOST CAMIS working group in collaboration with PSI AIMS SIG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0C538B-ABBA-985D-CF77-754C195D8BC2}"/>
              </a:ext>
            </a:extLst>
          </p:cNvPr>
          <p:cNvSpPr txBox="1"/>
          <p:nvPr/>
        </p:nvSpPr>
        <p:spPr>
          <a:xfrm>
            <a:off x="429588" y="1396236"/>
            <a:ext cx="1189859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002060"/>
                </a:solidFill>
              </a:rPr>
              <a:t>Project Objectives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2060"/>
                </a:solidFill>
              </a:rPr>
              <a:t>To increase understanding and awareness of analysis result discrepancies across software </a:t>
            </a:r>
            <a:br>
              <a:rPr lang="en-GB" sz="2000" dirty="0">
                <a:solidFill>
                  <a:srgbClr val="002060"/>
                </a:solidFill>
              </a:rPr>
            </a:br>
            <a:r>
              <a:rPr lang="en-GB" sz="2000" dirty="0">
                <a:solidFill>
                  <a:srgbClr val="002060"/>
                </a:solidFill>
              </a:rPr>
              <a:t>(R, SAS, Python etc)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2060"/>
                </a:solidFill>
              </a:rPr>
              <a:t>To explain to wider community why analyses method results differ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solidFill>
                  <a:srgbClr val="00206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To provide solutions to make analysis results align (where possible, including R package selection)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2060"/>
                </a:solidFill>
              </a:rPr>
              <a:t>To demonstrate the methodology through examples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solidFill>
                  <a:srgbClr val="00206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To make efficient use of community resources to research differences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2060"/>
                </a:solidFill>
              </a:rPr>
              <a:t>To document in open GitHub repository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2060"/>
                </a:solidFill>
              </a:rPr>
              <a:t>To grow the repository, increasing quality and quantity of information</a:t>
            </a: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EC6BDB-14B4-E5B9-78B0-FA9724FED4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3760" y="108639"/>
            <a:ext cx="720629" cy="71608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B86E5D8-CEC0-7F1C-ABAF-ADBF5CD117BA}"/>
              </a:ext>
            </a:extLst>
          </p:cNvPr>
          <p:cNvSpPr txBox="1"/>
          <p:nvPr/>
        </p:nvSpPr>
        <p:spPr>
          <a:xfrm>
            <a:off x="8888702" y="860245"/>
            <a:ext cx="3368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https://psiaims.github.io/CAMIS/</a:t>
            </a:r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55A44-7919-D6D9-5014-404A91A47885}"/>
              </a:ext>
            </a:extLst>
          </p:cNvPr>
          <p:cNvSpPr txBox="1"/>
          <p:nvPr/>
        </p:nvSpPr>
        <p:spPr>
          <a:xfrm>
            <a:off x="11209020" y="6568440"/>
            <a:ext cx="982980" cy="28794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/>
            <a:r>
              <a:rPr lang="en-GB" dirty="0">
                <a:solidFill>
                  <a:schemeClr val="bg1"/>
                </a:solidFill>
              </a:rPr>
              <a:t>Apr2026</a:t>
            </a:r>
          </a:p>
        </p:txBody>
      </p:sp>
    </p:spTree>
    <p:extLst>
      <p:ext uri="{BB962C8B-B14F-4D97-AF65-F5344CB8AC3E}">
        <p14:creationId xmlns:p14="http://schemas.microsoft.com/office/powerpoint/2010/main" val="60094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F06D1-8AC8-A85F-D54C-3A3ED85F7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9;g2573c09e3ea_0_88">
            <a:extLst>
              <a:ext uri="{FF2B5EF4-FFF2-40B4-BE49-F238E27FC236}">
                <a16:creationId xmlns:a16="http://schemas.microsoft.com/office/drawing/2014/main" id="{237F5DAE-7138-D091-54C3-574FA58C5C9F}"/>
              </a:ext>
            </a:extLst>
          </p:cNvPr>
          <p:cNvSpPr/>
          <p:nvPr/>
        </p:nvSpPr>
        <p:spPr>
          <a:xfrm>
            <a:off x="-9155" y="0"/>
            <a:ext cx="12201155" cy="1198799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9531" tIns="9761" rIns="19531" bIns="9761" anchor="ctr" anchorCtr="0">
            <a:noAutofit/>
          </a:bodyPr>
          <a:lstStyle/>
          <a:p>
            <a:pPr marL="271611"/>
            <a:r>
              <a:rPr lang="en-US" sz="2000" b="1" dirty="0">
                <a:solidFill>
                  <a:schemeClr val="bg1"/>
                </a:solidFill>
              </a:rPr>
              <a:t>CAMIS: Comparing Analysis Method Implementations in Software</a:t>
            </a:r>
          </a:p>
          <a:p>
            <a:pPr marL="271611"/>
            <a:r>
              <a:rPr lang="en-US" sz="2000" dirty="0">
                <a:solidFill>
                  <a:schemeClr val="bg1"/>
                </a:solidFill>
              </a:rPr>
              <a:t>A PHUSE DVOST CAMIS working group in collaboration with PSI AIMS SIG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A4EB687-0A0F-5D52-3BE3-18B8CF5D9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760" y="108639"/>
            <a:ext cx="720629" cy="71608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EADCAF7-1413-16FD-D8E5-21A613C75E46}"/>
              </a:ext>
            </a:extLst>
          </p:cNvPr>
          <p:cNvSpPr txBox="1"/>
          <p:nvPr/>
        </p:nvSpPr>
        <p:spPr>
          <a:xfrm>
            <a:off x="8888702" y="860245"/>
            <a:ext cx="3368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https://psiaims.github.io/CAMIS/</a:t>
            </a:r>
            <a:endParaRPr lang="en-GB" sz="16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C17D67D-3DA9-8091-8F59-7CEFD1032052}"/>
              </a:ext>
            </a:extLst>
          </p:cNvPr>
          <p:cNvSpPr txBox="1"/>
          <p:nvPr/>
        </p:nvSpPr>
        <p:spPr>
          <a:xfrm>
            <a:off x="3693067" y="4267315"/>
            <a:ext cx="849687" cy="1742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10000"/>
              </a:lnSpc>
              <a:spcBef>
                <a:spcPts val="144"/>
              </a:spcBef>
            </a:pPr>
            <a:r>
              <a:rPr lang="en-GB" sz="352" dirty="0">
                <a:solidFill>
                  <a:schemeClr val="bg1"/>
                </a:solidFill>
              </a:rPr>
              <a:t>Regression     +     modelling censored 	variables </a:t>
            </a:r>
          </a:p>
        </p:txBody>
      </p:sp>
      <p:graphicFrame>
        <p:nvGraphicFramePr>
          <p:cNvPr id="165" name="Table 164">
            <a:extLst>
              <a:ext uri="{FF2B5EF4-FFF2-40B4-BE49-F238E27FC236}">
                <a16:creationId xmlns:a16="http://schemas.microsoft.com/office/drawing/2014/main" id="{6BA5F6D8-7739-23DB-C7D0-D667574D4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943388"/>
              </p:ext>
            </p:extLst>
          </p:nvPr>
        </p:nvGraphicFramePr>
        <p:xfrm>
          <a:off x="6039132" y="1254521"/>
          <a:ext cx="6081006" cy="5058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026">
                  <a:extLst>
                    <a:ext uri="{9D8B030D-6E8A-4147-A177-3AD203B41FA5}">
                      <a16:colId xmlns:a16="http://schemas.microsoft.com/office/drawing/2014/main" val="3568582892"/>
                    </a:ext>
                  </a:extLst>
                </a:gridCol>
                <a:gridCol w="1254810">
                  <a:extLst>
                    <a:ext uri="{9D8B030D-6E8A-4147-A177-3AD203B41FA5}">
                      <a16:colId xmlns:a16="http://schemas.microsoft.com/office/drawing/2014/main" val="3496421925"/>
                    </a:ext>
                  </a:extLst>
                </a:gridCol>
                <a:gridCol w="1254810">
                  <a:extLst>
                    <a:ext uri="{9D8B030D-6E8A-4147-A177-3AD203B41FA5}">
                      <a16:colId xmlns:a16="http://schemas.microsoft.com/office/drawing/2014/main" val="557110404"/>
                    </a:ext>
                  </a:extLst>
                </a:gridCol>
                <a:gridCol w="2461360">
                  <a:extLst>
                    <a:ext uri="{9D8B030D-6E8A-4147-A177-3AD203B41FA5}">
                      <a16:colId xmlns:a16="http://schemas.microsoft.com/office/drawing/2014/main" val="1166541533"/>
                    </a:ext>
                  </a:extLst>
                </a:gridCol>
              </a:tblGrid>
              <a:tr h="40007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Analysis Method</a:t>
                      </a:r>
                      <a:endParaRPr lang="en-BE" sz="1200" dirty="0">
                        <a:latin typeface="+mn-lt"/>
                      </a:endParaRPr>
                    </a:p>
                  </a:txBody>
                  <a:tcPr marL="14650" marR="14650" marT="7325" marB="7325" anchor="ctr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SAS</a:t>
                      </a:r>
                      <a:endParaRPr lang="en-BE" sz="1200" dirty="0">
                        <a:latin typeface="+mn-lt"/>
                      </a:endParaRPr>
                    </a:p>
                  </a:txBody>
                  <a:tcPr marL="14650" marR="14650" marT="7325" marB="7325" anchor="ctr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R</a:t>
                      </a:r>
                      <a:endParaRPr lang="en-BE" sz="1200" dirty="0">
                        <a:latin typeface="+mn-lt"/>
                      </a:endParaRPr>
                    </a:p>
                  </a:txBody>
                  <a:tcPr marL="14650" marR="14650" marT="7325" marB="7325" anchor="ctr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Similar!?</a:t>
                      </a:r>
                      <a:endParaRPr lang="en-BE" sz="1200" dirty="0">
                        <a:latin typeface="+mn-lt"/>
                      </a:endParaRPr>
                    </a:p>
                  </a:txBody>
                  <a:tcPr marL="14650" marR="14650" marT="7325" marB="7325" anchor="ctr">
                    <a:solidFill>
                      <a:srgbClr val="6E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600923"/>
                  </a:ext>
                </a:extLst>
              </a:tr>
              <a:tr h="1377445"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US" sz="11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Tobit regression</a:t>
                      </a:r>
                      <a:endParaRPr lang="en-BE" sz="11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215" marR="28840" marT="28840" marB="2884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proc 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+mn-lt"/>
                        </a:rPr>
                        <a:t>lifereg</a:t>
                      </a:r>
                      <a:endParaRPr lang="en-US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10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Important to use</a:t>
                      </a:r>
                      <a:r>
                        <a:rPr lang="en-US" sz="1000" dirty="0">
                          <a:solidFill>
                            <a:srgbClr val="002060"/>
                          </a:solidFill>
                          <a:latin typeface="+mn-lt"/>
                        </a:rPr>
                        <a:t> </a:t>
                      </a:r>
                      <a:r>
                        <a:rPr lang="nl-BE" sz="10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MODEL (lower, Y), when </a:t>
                      </a:r>
                      <a:r>
                        <a:rPr lang="en-US" sz="10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lower is missing, Y as a left-censored value</a:t>
                      </a:r>
                      <a:endParaRPr lang="en-BE" sz="10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215" marR="28840" marT="28840" marB="2884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nl-BE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censReg::</a:t>
                      </a:r>
                      <a:br>
                        <a:rPr lang="nl-BE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nl-BE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   censReg()</a:t>
                      </a:r>
                      <a:br>
                        <a:rPr lang="nl-BE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nl-BE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survival::</a:t>
                      </a:r>
                      <a:br>
                        <a:rPr lang="nl-BE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nl-BE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nl-BE" sz="12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survreg</a:t>
                      </a:r>
                      <a:r>
                        <a:rPr lang="nl-BE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()</a:t>
                      </a:r>
                      <a:endParaRPr lang="nl-BE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9215" marR="28840" marT="28840" marB="2884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+mn-lt"/>
                        </a:rPr>
                        <a:t>censReg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() &amp; 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+mn-lt"/>
                        </a:rPr>
                        <a:t>survreg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() match SAS</a:t>
                      </a:r>
                    </a:p>
                    <a:p>
                      <a:endParaRPr lang="en-US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NOTE: 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+mn-lt"/>
                        </a:rPr>
                        <a:t>vglm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() showed slight  differences in Treatment effect &amp; SE &amp; P-value</a:t>
                      </a:r>
                      <a:endParaRPr lang="en-US" sz="3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9215" marR="28840" marT="28840" marB="28840">
                    <a:solidFill>
                      <a:srgbClr val="6E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315325"/>
                  </a:ext>
                </a:extLst>
              </a:tr>
              <a:tr h="1876879"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US" sz="11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Reference-based multiple imputation and tipping point</a:t>
                      </a:r>
                      <a:endParaRPr lang="en-BE" sz="1100" b="1" kern="1200" baseline="300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215" marR="28840" marT="28840" marB="2884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LSHTM </a:t>
                      </a:r>
                    </a:p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five macros </a:t>
                      </a:r>
                    </a:p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Rogers 2022</a:t>
                      </a:r>
                    </a:p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 baseline="300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 baseline="300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215" marR="28840" marT="28840" marB="2884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rbmi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 package</a:t>
                      </a:r>
                    </a:p>
                    <a:p>
                      <a:endParaRPr lang="en-US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1000" dirty="0">
                          <a:solidFill>
                            <a:srgbClr val="002060"/>
                          </a:solidFill>
                          <a:latin typeface="+mn-lt"/>
                        </a:rPr>
                        <a:t>Implements standard and reference based multiple and tipping point using delta argument of the </a:t>
                      </a:r>
                      <a:r>
                        <a:rPr lang="en-US" sz="1000" dirty="0" err="1">
                          <a:solidFill>
                            <a:srgbClr val="002060"/>
                          </a:solidFill>
                          <a:latin typeface="+mn-lt"/>
                        </a:rPr>
                        <a:t>analyse</a:t>
                      </a:r>
                      <a:r>
                        <a:rPr lang="en-US" sz="1000" dirty="0">
                          <a:solidFill>
                            <a:srgbClr val="002060"/>
                          </a:solidFill>
                          <a:latin typeface="+mn-lt"/>
                        </a:rPr>
                        <a:t>() function</a:t>
                      </a:r>
                    </a:p>
                  </a:txBody>
                  <a:tcPr marL="69215" marR="28840" marT="28840" marB="2884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Yes. Within acceptable tolerance!</a:t>
                      </a:r>
                    </a:p>
                    <a:p>
                      <a:endParaRPr lang="en-US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9215" marR="28840" marT="28840" marB="28840">
                    <a:solidFill>
                      <a:srgbClr val="A3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625593"/>
                  </a:ext>
                </a:extLst>
              </a:tr>
              <a:tr h="1403795"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GB" sz="11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GEE Models</a:t>
                      </a:r>
                      <a:endParaRPr lang="en-BE" sz="11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215" marR="28840" marT="28840" marB="2884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GB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proc gee or </a:t>
                      </a:r>
                    </a:p>
                    <a:p>
                      <a:pPr marL="0" algn="l" defTabSz="1067196" rtl="0" eaLnBrk="1" latinLnBrk="0" hangingPunct="1"/>
                      <a:r>
                        <a:rPr lang="en-GB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proc </a:t>
                      </a:r>
                      <a:r>
                        <a:rPr lang="en-GB" sz="12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genmod</a:t>
                      </a:r>
                      <a:endParaRPr lang="en-GB" sz="12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215" marR="28840" marT="28840" marB="2884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+mn-lt"/>
                        </a:rPr>
                        <a:t>geepack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::</a:t>
                      </a:r>
                    </a:p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     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+mn-lt"/>
                        </a:rPr>
                        <a:t>geeglm</a:t>
                      </a:r>
                      <a:r>
                        <a:rPr lang="en-US" sz="1000" dirty="0">
                          <a:solidFill>
                            <a:srgbClr val="002060"/>
                          </a:solidFill>
                          <a:latin typeface="+mn-lt"/>
                        </a:rPr>
                        <a:t>()</a:t>
                      </a:r>
                    </a:p>
                  </a:txBody>
                  <a:tcPr marL="69215" marR="28840" marT="28840" marB="2884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>
                          <a:solidFill>
                            <a:srgbClr val="002060"/>
                          </a:solidFill>
                          <a:latin typeface="+mn-lt"/>
                        </a:rPr>
                        <a:t>Yes !  SAS &amp; R defaults are the same ‘independence’ correlation matrix and sandwich SE</a:t>
                      </a:r>
                    </a:p>
                    <a:p>
                      <a:pPr algn="l"/>
                      <a:r>
                        <a:rPr lang="en-GB" sz="1200" dirty="0">
                          <a:solidFill>
                            <a:srgbClr val="002060"/>
                          </a:solidFill>
                          <a:latin typeface="+mn-lt"/>
                        </a:rPr>
                        <a:t>See CAMIS repo for more options &amp; outcomes with &gt;2 categories.</a:t>
                      </a:r>
                      <a:endParaRPr lang="en-BE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9215" marR="28840" marT="28840" marB="28840">
                    <a:solidFill>
                      <a:srgbClr val="6E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286900"/>
                  </a:ext>
                </a:extLst>
              </a:tr>
            </a:tbl>
          </a:graphicData>
        </a:graphic>
      </p:graphicFrame>
      <p:pic>
        <p:nvPicPr>
          <p:cNvPr id="167" name="Picture 166">
            <a:extLst>
              <a:ext uri="{FF2B5EF4-FFF2-40B4-BE49-F238E27FC236}">
                <a16:creationId xmlns:a16="http://schemas.microsoft.com/office/drawing/2014/main" id="{8060A81F-78F2-5E67-C212-E26C0F3E6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851" y="3332032"/>
            <a:ext cx="2223565" cy="1378548"/>
          </a:xfrm>
          <a:prstGeom prst="rect">
            <a:avLst/>
          </a:prstGeom>
        </p:spPr>
      </p:pic>
      <p:pic>
        <p:nvPicPr>
          <p:cNvPr id="217" name="Picture 216">
            <a:extLst>
              <a:ext uri="{FF2B5EF4-FFF2-40B4-BE49-F238E27FC236}">
                <a16:creationId xmlns:a16="http://schemas.microsoft.com/office/drawing/2014/main" id="{5AFED978-80D9-3BAA-91C4-7CEF33A26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288" y="3779570"/>
            <a:ext cx="536009" cy="539030"/>
          </a:xfrm>
          <a:prstGeom prst="rect">
            <a:avLst/>
          </a:prstGeom>
        </p:spPr>
      </p:pic>
      <p:sp>
        <p:nvSpPr>
          <p:cNvPr id="218" name="TextBox 217">
            <a:extLst>
              <a:ext uri="{FF2B5EF4-FFF2-40B4-BE49-F238E27FC236}">
                <a16:creationId xmlns:a16="http://schemas.microsoft.com/office/drawing/2014/main" id="{676AE873-64B0-C83F-095D-01164DA2A8F9}"/>
              </a:ext>
            </a:extLst>
          </p:cNvPr>
          <p:cNvSpPr txBox="1"/>
          <p:nvPr/>
        </p:nvSpPr>
        <p:spPr>
          <a:xfrm>
            <a:off x="3693067" y="4267315"/>
            <a:ext cx="849687" cy="1742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10000"/>
              </a:lnSpc>
              <a:spcBef>
                <a:spcPts val="144"/>
              </a:spcBef>
            </a:pPr>
            <a:r>
              <a:rPr lang="en-GB" sz="352" dirty="0">
                <a:solidFill>
                  <a:schemeClr val="bg1"/>
                </a:solidFill>
              </a:rPr>
              <a:t>Regression     +     modelling censored 	variables </a:t>
            </a:r>
          </a:p>
        </p:txBody>
      </p:sp>
      <p:graphicFrame>
        <p:nvGraphicFramePr>
          <p:cNvPr id="219" name="Table 218">
            <a:extLst>
              <a:ext uri="{FF2B5EF4-FFF2-40B4-BE49-F238E27FC236}">
                <a16:creationId xmlns:a16="http://schemas.microsoft.com/office/drawing/2014/main" id="{A2EEC480-95D8-82E9-C2DD-C92086B8F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745573"/>
              </p:ext>
            </p:extLst>
          </p:nvPr>
        </p:nvGraphicFramePr>
        <p:xfrm>
          <a:off x="87785" y="1254523"/>
          <a:ext cx="5893424" cy="5058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390">
                  <a:extLst>
                    <a:ext uri="{9D8B030D-6E8A-4147-A177-3AD203B41FA5}">
                      <a16:colId xmlns:a16="http://schemas.microsoft.com/office/drawing/2014/main" val="3568582892"/>
                    </a:ext>
                  </a:extLst>
                </a:gridCol>
                <a:gridCol w="1519497">
                  <a:extLst>
                    <a:ext uri="{9D8B030D-6E8A-4147-A177-3AD203B41FA5}">
                      <a16:colId xmlns:a16="http://schemas.microsoft.com/office/drawing/2014/main" val="3496421925"/>
                    </a:ext>
                  </a:extLst>
                </a:gridCol>
                <a:gridCol w="1216103">
                  <a:extLst>
                    <a:ext uri="{9D8B030D-6E8A-4147-A177-3AD203B41FA5}">
                      <a16:colId xmlns:a16="http://schemas.microsoft.com/office/drawing/2014/main" val="557110404"/>
                    </a:ext>
                  </a:extLst>
                </a:gridCol>
                <a:gridCol w="2385434">
                  <a:extLst>
                    <a:ext uri="{9D8B030D-6E8A-4147-A177-3AD203B41FA5}">
                      <a16:colId xmlns:a16="http://schemas.microsoft.com/office/drawing/2014/main" val="1166541533"/>
                    </a:ext>
                  </a:extLst>
                </a:gridCol>
              </a:tblGrid>
              <a:tr h="37081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Analysis Method</a:t>
                      </a:r>
                      <a:endParaRPr lang="en-BE" sz="1200" dirty="0">
                        <a:latin typeface="+mn-lt"/>
                      </a:endParaRPr>
                    </a:p>
                  </a:txBody>
                  <a:tcPr marL="14650" marR="14650" marT="7325" marB="7325" anchor="ctr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SAS</a:t>
                      </a:r>
                      <a:endParaRPr lang="en-BE" sz="1200" dirty="0">
                        <a:latin typeface="+mn-lt"/>
                      </a:endParaRPr>
                    </a:p>
                  </a:txBody>
                  <a:tcPr marL="14650" marR="14650" marT="7325" marB="7325" anchor="ctr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R</a:t>
                      </a:r>
                      <a:endParaRPr lang="en-BE" sz="1200" dirty="0">
                        <a:latin typeface="+mn-lt"/>
                      </a:endParaRPr>
                    </a:p>
                  </a:txBody>
                  <a:tcPr marL="14650" marR="14650" marT="7325" marB="7325" anchor="ctr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Similar!?</a:t>
                      </a:r>
                      <a:endParaRPr lang="en-BE" sz="1200" dirty="0">
                        <a:latin typeface="+mn-lt"/>
                      </a:endParaRPr>
                    </a:p>
                  </a:txBody>
                  <a:tcPr marL="14650" marR="14650" marT="7325" marB="7325" anchor="ctr">
                    <a:solidFill>
                      <a:srgbClr val="6E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600923"/>
                  </a:ext>
                </a:extLst>
              </a:tr>
              <a:tr h="1304086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</a:rPr>
                        <a:t>Rounding</a:t>
                      </a:r>
                      <a:endParaRPr lang="en-BE" sz="1100" b="1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9215" marR="28840" marT="28840" marB="2884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round(2.5)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&gt; 3</a:t>
                      </a:r>
                    </a:p>
                    <a:p>
                      <a:pPr marL="0" indent="-285750">
                        <a:buFont typeface="Wingdings" panose="05000000000000000000" pitchFamily="2" charset="2"/>
                        <a:buChar char="Ø"/>
                      </a:pPr>
                      <a:endParaRPr lang="en-US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Rounding </a:t>
                      </a:r>
                      <a:r>
                        <a:rPr lang="nl-BE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‘away from zero’</a:t>
                      </a:r>
                      <a:endParaRPr lang="en-BE" sz="12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215" marR="28840" marT="28840" marB="2884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round(2.5)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&gt; 2</a:t>
                      </a:r>
                    </a:p>
                    <a:p>
                      <a:pPr marL="0" indent="-285750">
                        <a:buFont typeface="Wingdings" panose="05000000000000000000" pitchFamily="2" charset="2"/>
                        <a:buChar char="Ø"/>
                      </a:pPr>
                      <a:endParaRPr lang="en-US" sz="12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indent="0" algn="l" defTabSz="1067196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Rounding ‘to the even number’</a:t>
                      </a:r>
                      <a:endParaRPr lang="en-BE" sz="12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215" marR="28840" marT="28840" marB="2884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Not by default!</a:t>
                      </a:r>
                    </a:p>
                    <a:p>
                      <a:pPr marL="0"/>
                      <a:endParaRPr lang="en-US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marL="0"/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SAS: use 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+mn-lt"/>
                        </a:rPr>
                        <a:t>rounde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 function to round to event</a:t>
                      </a:r>
                    </a:p>
                    <a:p>
                      <a:pPr marL="0"/>
                      <a:endParaRPr lang="en-US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marL="0" algn="l" defTabSz="1067196" rtl="0" eaLnBrk="1" latinLnBrk="0" hangingPunct="1"/>
                      <a:r>
                        <a:rPr lang="en-US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R: use janitor::</a:t>
                      </a:r>
                      <a:r>
                        <a:rPr lang="en-US" sz="12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round_half_up</a:t>
                      </a:r>
                      <a:r>
                        <a:rPr lang="en-US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() to round away from zero</a:t>
                      </a:r>
                      <a:endParaRPr lang="en-BE" sz="12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9215" marR="28840" marT="28840" marB="28840">
                    <a:solidFill>
                      <a:srgbClr val="A3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710764"/>
                  </a:ext>
                </a:extLst>
              </a:tr>
              <a:tr h="1838884">
                <a:tc>
                  <a:txBody>
                    <a:bodyPr/>
                    <a:lstStyle/>
                    <a:p>
                      <a:pPr marL="0" algn="l"/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</a:rPr>
                        <a:t>Cox PH</a:t>
                      </a:r>
                    </a:p>
                    <a:p>
                      <a:pPr marL="0" algn="l"/>
                      <a:r>
                        <a:rPr lang="en-US" sz="11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regress-ion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</a:rPr>
                        <a:t> </a:t>
                      </a:r>
                      <a:endParaRPr lang="en-BE" sz="1100" b="1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9215" marR="28840" marT="28840" marB="2884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proc 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+mn-lt"/>
                        </a:rPr>
                        <a:t>phreg</a:t>
                      </a:r>
                      <a:b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Default uses Breslow method for handling ties</a:t>
                      </a:r>
                      <a:endParaRPr lang="en-BE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9215" marR="28840" marT="28840" marB="2884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survival::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coxph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()</a:t>
                      </a:r>
                      <a:b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Default uses Efron method for handling ties</a:t>
                      </a:r>
                      <a:endParaRPr lang="en-BE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9215" marR="28840" marT="28840" marB="2884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Not by default!</a:t>
                      </a:r>
                      <a:b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SAS: include “TIES=EFRON” in MODEL statement</a:t>
                      </a:r>
                      <a:b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R: include “ties=‘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+mn-lt"/>
                        </a:rPr>
                        <a:t>breslow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’” in 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coxph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()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 function</a:t>
                      </a:r>
                    </a:p>
                    <a:p>
                      <a:pPr marL="0"/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{survival} prior to v3.8.0 can’t fit a stratification variable using “+survival::strata(&lt;var&gt;)”</a:t>
                      </a:r>
                      <a:endParaRPr lang="en-BE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9215" marR="28840" marT="28840" marB="28840">
                    <a:solidFill>
                      <a:srgbClr val="6E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395134"/>
                  </a:ext>
                </a:extLst>
              </a:tr>
              <a:tr h="1453459"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US" sz="11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Logistic regress-ion</a:t>
                      </a:r>
                      <a:endParaRPr lang="en-BE" sz="11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215" marR="28840" marT="28840" marB="2884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proc logistic</a:t>
                      </a:r>
                      <a:b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Default uses </a:t>
                      </a:r>
                      <a:r>
                        <a:rPr lang="en-US" sz="1200" i="1" u="none" dirty="0">
                          <a:solidFill>
                            <a:srgbClr val="002060"/>
                          </a:solidFill>
                          <a:latin typeface="+mn-lt"/>
                        </a:rPr>
                        <a:t>effect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 coding for categorical variables</a:t>
                      </a:r>
                      <a:endParaRPr lang="en-BE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9215" marR="28840" marT="28840" marB="2884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stats::</a:t>
                      </a:r>
                      <a:r>
                        <a:rPr lang="en-US" sz="12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glm</a:t>
                      </a:r>
                      <a:r>
                        <a:rPr lang="en-US" sz="12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()</a:t>
                      </a:r>
                    </a:p>
                    <a:p>
                      <a:pPr marL="0"/>
                      <a:endParaRPr lang="en-US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marL="0"/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Default uses </a:t>
                      </a:r>
                      <a:r>
                        <a:rPr lang="en-US" sz="1200" i="1" dirty="0" err="1">
                          <a:solidFill>
                            <a:srgbClr val="002060"/>
                          </a:solidFill>
                          <a:latin typeface="+mn-lt"/>
                        </a:rPr>
                        <a:t>glm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 coding for categorical variables</a:t>
                      </a:r>
                      <a:endParaRPr lang="en-BE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9215" marR="28840" marT="28840" marB="2884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Not by default!</a:t>
                      </a:r>
                    </a:p>
                    <a:p>
                      <a:pPr marL="0"/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SAS: include “PARAM=GLM” or “PARAM=REFERENCE” in CLASS statement</a:t>
                      </a:r>
                    </a:p>
                    <a:p>
                      <a:pPr marL="0"/>
                      <a:endParaRPr lang="en-US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marL="0"/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R: No option to use </a:t>
                      </a:r>
                      <a:r>
                        <a:rPr lang="en-US" sz="1200" i="1" dirty="0">
                          <a:solidFill>
                            <a:srgbClr val="002060"/>
                          </a:solidFill>
                          <a:latin typeface="+mn-lt"/>
                        </a:rPr>
                        <a:t>effect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+mn-lt"/>
                        </a:rPr>
                        <a:t> parameterization </a:t>
                      </a:r>
                      <a:endParaRPr lang="en-BE" sz="12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9215" marR="28840" marT="28840" marB="28840">
                    <a:solidFill>
                      <a:srgbClr val="A3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33397"/>
                  </a:ext>
                </a:extLst>
              </a:tr>
            </a:tbl>
          </a:graphicData>
        </a:graphic>
      </p:graphicFrame>
      <p:grpSp>
        <p:nvGrpSpPr>
          <p:cNvPr id="220" name="Group 219">
            <a:extLst>
              <a:ext uri="{FF2B5EF4-FFF2-40B4-BE49-F238E27FC236}">
                <a16:creationId xmlns:a16="http://schemas.microsoft.com/office/drawing/2014/main" id="{8E8362BA-C50A-AF1D-AA45-90D62696229E}"/>
              </a:ext>
            </a:extLst>
          </p:cNvPr>
          <p:cNvGrpSpPr/>
          <p:nvPr/>
        </p:nvGrpSpPr>
        <p:grpSpPr>
          <a:xfrm>
            <a:off x="171095" y="2084199"/>
            <a:ext cx="596193" cy="720866"/>
            <a:chOff x="762000" y="14082135"/>
            <a:chExt cx="3721100" cy="4499240"/>
          </a:xfrm>
        </p:grpSpPr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8202003E-F11B-52D3-C535-B53A3151A530}"/>
                </a:ext>
              </a:extLst>
            </p:cNvPr>
            <p:cNvSpPr/>
            <p:nvPr/>
          </p:nvSpPr>
          <p:spPr>
            <a:xfrm>
              <a:off x="762000" y="14278408"/>
              <a:ext cx="3721100" cy="1609292"/>
            </a:xfrm>
            <a:custGeom>
              <a:avLst/>
              <a:gdLst>
                <a:gd name="csX0" fmla="*/ 0 w 3721100"/>
                <a:gd name="csY0" fmla="*/ 1609292 h 1609292"/>
                <a:gd name="csX1" fmla="*/ 647700 w 3721100"/>
                <a:gd name="csY1" fmla="*/ 618692 h 1609292"/>
                <a:gd name="csX2" fmla="*/ 1282700 w 3721100"/>
                <a:gd name="csY2" fmla="*/ 97992 h 1609292"/>
                <a:gd name="csX3" fmla="*/ 2171700 w 3721100"/>
                <a:gd name="csY3" fmla="*/ 34492 h 1609292"/>
                <a:gd name="csX4" fmla="*/ 2819400 w 3721100"/>
                <a:gd name="csY4" fmla="*/ 491692 h 1609292"/>
                <a:gd name="csX5" fmla="*/ 3390900 w 3721100"/>
                <a:gd name="csY5" fmla="*/ 1113992 h 1609292"/>
                <a:gd name="csX6" fmla="*/ 3721100 w 3721100"/>
                <a:gd name="csY6" fmla="*/ 1558492 h 1609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721100" h="1609292">
                  <a:moveTo>
                    <a:pt x="0" y="1609292"/>
                  </a:moveTo>
                  <a:cubicBezTo>
                    <a:pt x="216958" y="1239933"/>
                    <a:pt x="433917" y="870575"/>
                    <a:pt x="647700" y="618692"/>
                  </a:cubicBezTo>
                  <a:cubicBezTo>
                    <a:pt x="861483" y="366809"/>
                    <a:pt x="1028700" y="195359"/>
                    <a:pt x="1282700" y="97992"/>
                  </a:cubicBezTo>
                  <a:cubicBezTo>
                    <a:pt x="1536700" y="625"/>
                    <a:pt x="1915583" y="-31125"/>
                    <a:pt x="2171700" y="34492"/>
                  </a:cubicBezTo>
                  <a:cubicBezTo>
                    <a:pt x="2427817" y="100109"/>
                    <a:pt x="2616200" y="311775"/>
                    <a:pt x="2819400" y="491692"/>
                  </a:cubicBezTo>
                  <a:cubicBezTo>
                    <a:pt x="3022600" y="671609"/>
                    <a:pt x="3240617" y="936192"/>
                    <a:pt x="3390900" y="1113992"/>
                  </a:cubicBezTo>
                  <a:cubicBezTo>
                    <a:pt x="3541183" y="1291792"/>
                    <a:pt x="3631141" y="1425142"/>
                    <a:pt x="3721100" y="1558492"/>
                  </a:cubicBezTo>
                </a:path>
              </a:pathLst>
            </a:cu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8"/>
            </a:p>
          </p:txBody>
        </p:sp>
        <p:pic>
          <p:nvPicPr>
            <p:cNvPr id="222" name="Graphic 221" descr="Car with solid fill">
              <a:extLst>
                <a:ext uri="{FF2B5EF4-FFF2-40B4-BE49-F238E27FC236}">
                  <a16:creationId xmlns:a16="http://schemas.microsoft.com/office/drawing/2014/main" id="{77D5A4C1-17E6-9ACB-E1DD-E0CAA9B0F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8904187">
              <a:off x="1050766" y="14082135"/>
              <a:ext cx="914400" cy="914400"/>
            </a:xfrm>
            <a:prstGeom prst="rect">
              <a:avLst/>
            </a:prstGeom>
          </p:spPr>
        </p:pic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EA0AE1E4-F89D-263E-EF17-4C77E66CEDBC}"/>
                </a:ext>
              </a:extLst>
            </p:cNvPr>
            <p:cNvSpPr/>
            <p:nvPr/>
          </p:nvSpPr>
          <p:spPr>
            <a:xfrm>
              <a:off x="1084599" y="14706600"/>
              <a:ext cx="3041853" cy="3874775"/>
            </a:xfrm>
            <a:prstGeom prst="rect">
              <a:avLst/>
            </a:prstGeom>
            <a:noFill/>
          </p:spPr>
          <p:txBody>
            <a:bodyPr spcFirstLastPara="1" wrap="none" lIns="14650" tIns="7325" rIns="14650" bIns="7325" numCol="1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GB" sz="481" dirty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0  1  2  3  4  5  6  7  8  9</a:t>
              </a:r>
            </a:p>
          </p:txBody>
        </p:sp>
      </p:grpSp>
      <p:pic>
        <p:nvPicPr>
          <p:cNvPr id="224" name="Picture 223">
            <a:extLst>
              <a:ext uri="{FF2B5EF4-FFF2-40B4-BE49-F238E27FC236}">
                <a16:creationId xmlns:a16="http://schemas.microsoft.com/office/drawing/2014/main" id="{3E35B6AF-792E-C3D5-7345-5A74442912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77" y="3787494"/>
            <a:ext cx="699173" cy="502876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0F923A36-1C11-471C-2104-8412206B8B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1744" y="5416410"/>
            <a:ext cx="970203" cy="667592"/>
          </a:xfrm>
          <a:prstGeom prst="rect">
            <a:avLst/>
          </a:prstGeom>
        </p:spPr>
      </p:pic>
      <p:grpSp>
        <p:nvGrpSpPr>
          <p:cNvPr id="254" name="Group 253">
            <a:extLst>
              <a:ext uri="{FF2B5EF4-FFF2-40B4-BE49-F238E27FC236}">
                <a16:creationId xmlns:a16="http://schemas.microsoft.com/office/drawing/2014/main" id="{C396D9B3-9D1A-3367-649F-24D5ED7537AD}"/>
              </a:ext>
            </a:extLst>
          </p:cNvPr>
          <p:cNvGrpSpPr/>
          <p:nvPr/>
        </p:nvGrpSpPr>
        <p:grpSpPr>
          <a:xfrm>
            <a:off x="156481" y="5666656"/>
            <a:ext cx="650411" cy="502876"/>
            <a:chOff x="411764" y="20514873"/>
            <a:chExt cx="4427604" cy="2891600"/>
          </a:xfrm>
        </p:grpSpPr>
        <p:pic>
          <p:nvPicPr>
            <p:cNvPr id="252" name="Picture 251">
              <a:extLst>
                <a:ext uri="{FF2B5EF4-FFF2-40B4-BE49-F238E27FC236}">
                  <a16:creationId xmlns:a16="http://schemas.microsoft.com/office/drawing/2014/main" id="{2D412EA8-B268-F0BE-C03C-0F6B47210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1764" y="20514873"/>
              <a:ext cx="4427604" cy="670618"/>
            </a:xfrm>
            <a:prstGeom prst="rect">
              <a:avLst/>
            </a:prstGeom>
          </p:spPr>
        </p:pic>
        <p:pic>
          <p:nvPicPr>
            <p:cNvPr id="253" name="Picture 252">
              <a:extLst>
                <a:ext uri="{FF2B5EF4-FFF2-40B4-BE49-F238E27FC236}">
                  <a16:creationId xmlns:a16="http://schemas.microsoft.com/office/drawing/2014/main" id="{8873AE0A-DCE2-05E2-3928-35A839328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11764" y="21185491"/>
              <a:ext cx="4427604" cy="2220982"/>
            </a:xfrm>
            <a:prstGeom prst="rect">
              <a:avLst/>
            </a:prstGeom>
          </p:spPr>
        </p:pic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B83D3155-AD0C-D9BC-D4C7-EDE606B77122}"/>
              </a:ext>
            </a:extLst>
          </p:cNvPr>
          <p:cNvGrpSpPr/>
          <p:nvPr/>
        </p:nvGrpSpPr>
        <p:grpSpPr>
          <a:xfrm>
            <a:off x="6106080" y="2281461"/>
            <a:ext cx="955313" cy="530240"/>
            <a:chOff x="148293" y="25791411"/>
            <a:chExt cx="4390370" cy="1439299"/>
          </a:xfrm>
        </p:grpSpPr>
        <p:pic>
          <p:nvPicPr>
            <p:cNvPr id="257" name="Graphic 256" descr="Scatterplot outline">
              <a:extLst>
                <a:ext uri="{FF2B5EF4-FFF2-40B4-BE49-F238E27FC236}">
                  <a16:creationId xmlns:a16="http://schemas.microsoft.com/office/drawing/2014/main" id="{4919DB1F-00F1-39C9-F81A-E4BFF1A45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8293" y="25791411"/>
              <a:ext cx="1439299" cy="1439299"/>
            </a:xfrm>
            <a:prstGeom prst="rect">
              <a:avLst/>
            </a:prstGeom>
          </p:spPr>
        </p:pic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C1BA4BF3-D0C7-A4E6-A9D2-999938149A0F}"/>
                </a:ext>
              </a:extLst>
            </p:cNvPr>
            <p:cNvCxnSpPr/>
            <p:nvPr/>
          </p:nvCxnSpPr>
          <p:spPr>
            <a:xfrm flipV="1">
              <a:off x="411764" y="26073100"/>
              <a:ext cx="955730" cy="8509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84F6BD1D-AA8A-70B4-59BF-CE521016D4FD}"/>
                </a:ext>
              </a:extLst>
            </p:cNvPr>
            <p:cNvGrpSpPr/>
            <p:nvPr/>
          </p:nvGrpSpPr>
          <p:grpSpPr>
            <a:xfrm>
              <a:off x="2441993" y="25953972"/>
              <a:ext cx="2096670" cy="1041303"/>
              <a:chOff x="2441993" y="25953972"/>
              <a:chExt cx="2096670" cy="1041303"/>
            </a:xfrm>
          </p:grpSpPr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DAF4623E-157F-BE08-E541-141F809D3AE8}"/>
                  </a:ext>
                </a:extLst>
              </p:cNvPr>
              <p:cNvCxnSpPr/>
              <p:nvPr/>
            </p:nvCxnSpPr>
            <p:spPr>
              <a:xfrm>
                <a:off x="2447073" y="25977509"/>
                <a:ext cx="0" cy="10177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FFBFAD66-9C29-456F-8AA3-12B9A7AA7C4B}"/>
                  </a:ext>
                </a:extLst>
              </p:cNvPr>
              <p:cNvSpPr/>
              <p:nvPr/>
            </p:nvSpPr>
            <p:spPr>
              <a:xfrm>
                <a:off x="3592164" y="25953972"/>
                <a:ext cx="158812" cy="169218"/>
              </a:xfrm>
              <a:prstGeom prst="ellipse">
                <a:avLst/>
              </a:prstGeom>
              <a:solidFill>
                <a:schemeClr val="accent5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002060"/>
                  </a:solidFill>
                </a:endParaRPr>
              </a:p>
            </p:txBody>
          </p:sp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61C172EE-2B57-856A-D744-46D0CD5AD064}"/>
                  </a:ext>
                </a:extLst>
              </p:cNvPr>
              <p:cNvGrpSpPr/>
              <p:nvPr/>
            </p:nvGrpSpPr>
            <p:grpSpPr>
              <a:xfrm>
                <a:off x="2441993" y="26043344"/>
                <a:ext cx="2096670" cy="951931"/>
                <a:chOff x="2441993" y="26043344"/>
                <a:chExt cx="2096670" cy="951931"/>
              </a:xfrm>
            </p:grpSpPr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C54D58E6-4C21-D96A-5B4B-C36E4745B473}"/>
                    </a:ext>
                  </a:extLst>
                </p:cNvPr>
                <p:cNvSpPr/>
                <p:nvPr/>
              </p:nvSpPr>
              <p:spPr>
                <a:xfrm>
                  <a:off x="2753521" y="26759841"/>
                  <a:ext cx="170293" cy="176441"/>
                </a:xfrm>
                <a:prstGeom prst="ellipse">
                  <a:avLst/>
                </a:prstGeom>
                <a:no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7465F314-2250-6E44-E702-62188624F911}"/>
                    </a:ext>
                  </a:extLst>
                </p:cNvPr>
                <p:cNvSpPr/>
                <p:nvPr/>
              </p:nvSpPr>
              <p:spPr>
                <a:xfrm>
                  <a:off x="3587631" y="26475853"/>
                  <a:ext cx="158812" cy="169218"/>
                </a:xfrm>
                <a:prstGeom prst="ellipse">
                  <a:avLst/>
                </a:prstGeom>
                <a:solidFill>
                  <a:schemeClr val="accent5"/>
                </a:solidFill>
                <a:ln w="381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rgbClr val="002060"/>
                    </a:solidFill>
                  </a:endParaRPr>
                </a:p>
              </p:txBody>
            </p: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28A45F43-E3A5-9297-3D33-11A9ADF204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41993" y="26995275"/>
                  <a:ext cx="209667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3106AC2F-9540-6B2E-79C1-39B9B8D55B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7073" y="26565225"/>
                  <a:ext cx="112082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>
                  <a:extLst>
                    <a:ext uri="{FF2B5EF4-FFF2-40B4-BE49-F238E27FC236}">
                      <a16:creationId xmlns:a16="http://schemas.microsoft.com/office/drawing/2014/main" id="{20C84713-CA41-CECE-D858-C3CED4971D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7073" y="26850975"/>
                  <a:ext cx="29037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>
                  <a:extLst>
                    <a:ext uri="{FF2B5EF4-FFF2-40B4-BE49-F238E27FC236}">
                      <a16:creationId xmlns:a16="http://schemas.microsoft.com/office/drawing/2014/main" id="{7E622C39-F8F3-4A3B-8CDA-B380579217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606" y="26043344"/>
                  <a:ext cx="112082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826135E8-C4C2-0402-2853-D8AA4F6597A5}"/>
                    </a:ext>
                  </a:extLst>
                </p:cNvPr>
                <p:cNvSpPr/>
                <p:nvPr/>
              </p:nvSpPr>
              <p:spPr>
                <a:xfrm>
                  <a:off x="3124690" y="26086657"/>
                  <a:ext cx="170293" cy="176441"/>
                </a:xfrm>
                <a:prstGeom prst="ellipse">
                  <a:avLst/>
                </a:prstGeom>
                <a:no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699BDB97-6372-355D-47AF-E9A5752CE0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606" y="26177791"/>
                  <a:ext cx="657008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F9B15891-70CB-28F8-40E5-E063F5552A2E}"/>
                    </a:ext>
                  </a:extLst>
                </p:cNvPr>
                <p:cNvSpPr/>
                <p:nvPr/>
              </p:nvSpPr>
              <p:spPr>
                <a:xfrm>
                  <a:off x="3587631" y="26226565"/>
                  <a:ext cx="158812" cy="169218"/>
                </a:xfrm>
                <a:prstGeom prst="ellipse">
                  <a:avLst/>
                </a:prstGeom>
                <a:solidFill>
                  <a:schemeClr val="accent5"/>
                </a:solidFill>
                <a:ln w="381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rgbClr val="002060"/>
                    </a:solidFill>
                  </a:endParaRPr>
                </a:p>
              </p:txBody>
            </p: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F40CD58C-C21B-1BF5-54ED-EF1717180A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7073" y="26315937"/>
                  <a:ext cx="112082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E4BF4C5A-F5AA-2DA0-883A-83162A8BAABE}"/>
              </a:ext>
            </a:extLst>
          </p:cNvPr>
          <p:cNvGrpSpPr/>
          <p:nvPr/>
        </p:nvGrpSpPr>
        <p:grpSpPr>
          <a:xfrm>
            <a:off x="6145388" y="3943400"/>
            <a:ext cx="897339" cy="667590"/>
            <a:chOff x="641562" y="1056025"/>
            <a:chExt cx="5161658" cy="1751872"/>
          </a:xfrm>
        </p:grpSpPr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04047CB3-A240-C6D2-2BF3-D0AC784CFDDB}"/>
                </a:ext>
              </a:extLst>
            </p:cNvPr>
            <p:cNvSpPr/>
            <p:nvPr/>
          </p:nvSpPr>
          <p:spPr>
            <a:xfrm>
              <a:off x="641562" y="2144596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828EE791-FC66-40DC-37F6-F4DE5558D648}"/>
                </a:ext>
              </a:extLst>
            </p:cNvPr>
            <p:cNvSpPr/>
            <p:nvPr/>
          </p:nvSpPr>
          <p:spPr>
            <a:xfrm>
              <a:off x="1458089" y="1087955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151603C0-7B3C-D8BB-2589-E537FC0CF73E}"/>
                </a:ext>
              </a:extLst>
            </p:cNvPr>
            <p:cNvSpPr/>
            <p:nvPr/>
          </p:nvSpPr>
          <p:spPr>
            <a:xfrm>
              <a:off x="1610489" y="1240355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D3C59606-D7B8-B87B-86A5-F9E9C9B3922F}"/>
                </a:ext>
              </a:extLst>
            </p:cNvPr>
            <p:cNvSpPr/>
            <p:nvPr/>
          </p:nvSpPr>
          <p:spPr>
            <a:xfrm>
              <a:off x="1762889" y="1392755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536E6035-1129-9989-4732-A7DFB33ED4C7}"/>
                </a:ext>
              </a:extLst>
            </p:cNvPr>
            <p:cNvSpPr/>
            <p:nvPr/>
          </p:nvSpPr>
          <p:spPr>
            <a:xfrm>
              <a:off x="1915289" y="1545155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4301FD09-AB64-33AB-0CB9-92C4E4F82AB0}"/>
                </a:ext>
              </a:extLst>
            </p:cNvPr>
            <p:cNvSpPr/>
            <p:nvPr/>
          </p:nvSpPr>
          <p:spPr>
            <a:xfrm>
              <a:off x="2982853" y="1056025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03EA5240-FF32-6E59-DE7F-1AB17C5142EB}"/>
                </a:ext>
              </a:extLst>
            </p:cNvPr>
            <p:cNvSpPr/>
            <p:nvPr/>
          </p:nvSpPr>
          <p:spPr>
            <a:xfrm>
              <a:off x="3135253" y="1208425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D158A6E6-C56B-E2B4-92AF-74015E73229E}"/>
                </a:ext>
              </a:extLst>
            </p:cNvPr>
            <p:cNvSpPr/>
            <p:nvPr/>
          </p:nvSpPr>
          <p:spPr>
            <a:xfrm>
              <a:off x="3287653" y="1360825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0B26924C-BDFF-2014-C8FC-22BB4B1C67B0}"/>
                </a:ext>
              </a:extLst>
            </p:cNvPr>
            <p:cNvSpPr/>
            <p:nvPr/>
          </p:nvSpPr>
          <p:spPr>
            <a:xfrm>
              <a:off x="3440053" y="1513225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7139EB90-C323-74F9-BE75-6734A4310F1C}"/>
                </a:ext>
              </a:extLst>
            </p:cNvPr>
            <p:cNvSpPr/>
            <p:nvPr/>
          </p:nvSpPr>
          <p:spPr>
            <a:xfrm>
              <a:off x="5180841" y="2176526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37" name="Straight Arrow Connector 336">
              <a:extLst>
                <a:ext uri="{FF2B5EF4-FFF2-40B4-BE49-F238E27FC236}">
                  <a16:creationId xmlns:a16="http://schemas.microsoft.com/office/drawing/2014/main" id="{B932529D-94EA-9C16-9DCC-91C7A2D02331}"/>
                </a:ext>
              </a:extLst>
            </p:cNvPr>
            <p:cNvCxnSpPr>
              <a:cxnSpLocks/>
              <a:stCxn id="327" idx="7"/>
              <a:endCxn id="328" idx="3"/>
            </p:cNvCxnSpPr>
            <p:nvPr/>
          </p:nvCxnSpPr>
          <p:spPr>
            <a:xfrm flipV="1">
              <a:off x="1172796" y="1626864"/>
              <a:ext cx="376438" cy="6101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Arrow Connector 337">
              <a:extLst>
                <a:ext uri="{FF2B5EF4-FFF2-40B4-BE49-F238E27FC236}">
                  <a16:creationId xmlns:a16="http://schemas.microsoft.com/office/drawing/2014/main" id="{8FE82346-6B7E-E780-9536-709762A46A4B}"/>
                </a:ext>
              </a:extLst>
            </p:cNvPr>
            <p:cNvCxnSpPr>
              <a:cxnSpLocks/>
              <a:endCxn id="329" idx="3"/>
            </p:cNvCxnSpPr>
            <p:nvPr/>
          </p:nvCxnSpPr>
          <p:spPr>
            <a:xfrm flipV="1">
              <a:off x="1183313" y="1779264"/>
              <a:ext cx="518321" cy="43674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Arrow Connector 338">
              <a:extLst>
                <a:ext uri="{FF2B5EF4-FFF2-40B4-BE49-F238E27FC236}">
                  <a16:creationId xmlns:a16="http://schemas.microsoft.com/office/drawing/2014/main" id="{81EF2297-ECFF-01CD-06A2-E4F74668F883}"/>
                </a:ext>
              </a:extLst>
            </p:cNvPr>
            <p:cNvCxnSpPr>
              <a:cxnSpLocks/>
              <a:stCxn id="327" idx="7"/>
              <a:endCxn id="330" idx="3"/>
            </p:cNvCxnSpPr>
            <p:nvPr/>
          </p:nvCxnSpPr>
          <p:spPr>
            <a:xfrm flipV="1">
              <a:off x="1172796" y="1931664"/>
              <a:ext cx="681238" cy="3053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Arrow Connector 339">
              <a:extLst>
                <a:ext uri="{FF2B5EF4-FFF2-40B4-BE49-F238E27FC236}">
                  <a16:creationId xmlns:a16="http://schemas.microsoft.com/office/drawing/2014/main" id="{88C77934-9B1B-9B3D-205B-48473FBA3A29}"/>
                </a:ext>
              </a:extLst>
            </p:cNvPr>
            <p:cNvCxnSpPr>
              <a:cxnSpLocks/>
              <a:stCxn id="327" idx="7"/>
              <a:endCxn id="331" idx="3"/>
            </p:cNvCxnSpPr>
            <p:nvPr/>
          </p:nvCxnSpPr>
          <p:spPr>
            <a:xfrm flipV="1">
              <a:off x="1172796" y="2084064"/>
              <a:ext cx="833638" cy="1529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Arrow Connector 340">
              <a:extLst>
                <a:ext uri="{FF2B5EF4-FFF2-40B4-BE49-F238E27FC236}">
                  <a16:creationId xmlns:a16="http://schemas.microsoft.com/office/drawing/2014/main" id="{C10B9952-2689-8F99-2997-17EC9DDF3DF9}"/>
                </a:ext>
              </a:extLst>
            </p:cNvPr>
            <p:cNvCxnSpPr>
              <a:cxnSpLocks/>
              <a:stCxn id="329" idx="7"/>
            </p:cNvCxnSpPr>
            <p:nvPr/>
          </p:nvCxnSpPr>
          <p:spPr>
            <a:xfrm>
              <a:off x="2141723" y="1332817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Arrow Connector 341">
              <a:extLst>
                <a:ext uri="{FF2B5EF4-FFF2-40B4-BE49-F238E27FC236}">
                  <a16:creationId xmlns:a16="http://schemas.microsoft.com/office/drawing/2014/main" id="{30A2CB2C-205D-FBCF-C4A7-EE95B48B1E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4123" y="1485217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Arrow Connector 342">
              <a:extLst>
                <a:ext uri="{FF2B5EF4-FFF2-40B4-BE49-F238E27FC236}">
                  <a16:creationId xmlns:a16="http://schemas.microsoft.com/office/drawing/2014/main" id="{D139E7FD-3695-958C-7245-F6AE78E1E3B1}"/>
                </a:ext>
              </a:extLst>
            </p:cNvPr>
            <p:cNvCxnSpPr>
              <a:cxnSpLocks/>
            </p:cNvCxnSpPr>
            <p:nvPr/>
          </p:nvCxnSpPr>
          <p:spPr>
            <a:xfrm>
              <a:off x="2446523" y="1637617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Arrow Connector 343">
              <a:extLst>
                <a:ext uri="{FF2B5EF4-FFF2-40B4-BE49-F238E27FC236}">
                  <a16:creationId xmlns:a16="http://schemas.microsoft.com/office/drawing/2014/main" id="{56EA750F-05F7-A25C-BF10-E204F91115A7}"/>
                </a:ext>
              </a:extLst>
            </p:cNvPr>
            <p:cNvCxnSpPr>
              <a:cxnSpLocks/>
            </p:cNvCxnSpPr>
            <p:nvPr/>
          </p:nvCxnSpPr>
          <p:spPr>
            <a:xfrm>
              <a:off x="1982988" y="1158400"/>
              <a:ext cx="920735" cy="18143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Arrow Connector 344">
              <a:extLst>
                <a:ext uri="{FF2B5EF4-FFF2-40B4-BE49-F238E27FC236}">
                  <a16:creationId xmlns:a16="http://schemas.microsoft.com/office/drawing/2014/main" id="{BE1A0B54-4620-96AF-8BEC-5ADB7F6D12D1}"/>
                </a:ext>
              </a:extLst>
            </p:cNvPr>
            <p:cNvCxnSpPr>
              <a:cxnSpLocks/>
              <a:endCxn id="336" idx="1"/>
            </p:cNvCxnSpPr>
            <p:nvPr/>
          </p:nvCxnSpPr>
          <p:spPr>
            <a:xfrm>
              <a:off x="3605232" y="1245305"/>
              <a:ext cx="1666754" cy="10236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Arrow Connector 345">
              <a:extLst>
                <a:ext uri="{FF2B5EF4-FFF2-40B4-BE49-F238E27FC236}">
                  <a16:creationId xmlns:a16="http://schemas.microsoft.com/office/drawing/2014/main" id="{0B97A34C-74B5-13BF-7BE2-7C9E21205CD4}"/>
                </a:ext>
              </a:extLst>
            </p:cNvPr>
            <p:cNvCxnSpPr>
              <a:cxnSpLocks/>
              <a:endCxn id="336" idx="1"/>
            </p:cNvCxnSpPr>
            <p:nvPr/>
          </p:nvCxnSpPr>
          <p:spPr>
            <a:xfrm>
              <a:off x="3737864" y="1386998"/>
              <a:ext cx="1534122" cy="8819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Arrow Connector 346">
              <a:extLst>
                <a:ext uri="{FF2B5EF4-FFF2-40B4-BE49-F238E27FC236}">
                  <a16:creationId xmlns:a16="http://schemas.microsoft.com/office/drawing/2014/main" id="{3456C345-9569-6C67-9C72-3CEEA00BBDD2}"/>
                </a:ext>
              </a:extLst>
            </p:cNvPr>
            <p:cNvCxnSpPr>
              <a:cxnSpLocks/>
              <a:endCxn id="336" idx="1"/>
            </p:cNvCxnSpPr>
            <p:nvPr/>
          </p:nvCxnSpPr>
          <p:spPr>
            <a:xfrm>
              <a:off x="3890264" y="1539398"/>
              <a:ext cx="1381722" cy="7295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Arrow Connector 347">
              <a:extLst>
                <a:ext uri="{FF2B5EF4-FFF2-40B4-BE49-F238E27FC236}">
                  <a16:creationId xmlns:a16="http://schemas.microsoft.com/office/drawing/2014/main" id="{B08F23E2-52DB-CB3A-D587-340F714BC140}"/>
                </a:ext>
              </a:extLst>
            </p:cNvPr>
            <p:cNvCxnSpPr>
              <a:cxnSpLocks/>
              <a:endCxn id="336" idx="1"/>
            </p:cNvCxnSpPr>
            <p:nvPr/>
          </p:nvCxnSpPr>
          <p:spPr>
            <a:xfrm>
              <a:off x="4042664" y="1691798"/>
              <a:ext cx="1229322" cy="5771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9" name="Rectangle 348">
            <a:extLst>
              <a:ext uri="{FF2B5EF4-FFF2-40B4-BE49-F238E27FC236}">
                <a16:creationId xmlns:a16="http://schemas.microsoft.com/office/drawing/2014/main" id="{30239780-2A7A-99DA-B75C-302FC49DB31F}"/>
              </a:ext>
            </a:extLst>
          </p:cNvPr>
          <p:cNvSpPr/>
          <p:nvPr/>
        </p:nvSpPr>
        <p:spPr>
          <a:xfrm>
            <a:off x="5854481" y="6358004"/>
            <a:ext cx="469873" cy="4983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8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E4F06F3D-3FF5-0099-D5C9-EFDABBCC164B}"/>
              </a:ext>
            </a:extLst>
          </p:cNvPr>
          <p:cNvSpPr/>
          <p:nvPr/>
        </p:nvSpPr>
        <p:spPr>
          <a:xfrm>
            <a:off x="6324355" y="6358004"/>
            <a:ext cx="5867646" cy="498384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8" dirty="0"/>
          </a:p>
        </p:txBody>
      </p:sp>
      <p:sp>
        <p:nvSpPr>
          <p:cNvPr id="351" name="Google Shape;19;g2573c09e3ea_0_88">
            <a:extLst>
              <a:ext uri="{FF2B5EF4-FFF2-40B4-BE49-F238E27FC236}">
                <a16:creationId xmlns:a16="http://schemas.microsoft.com/office/drawing/2014/main" id="{B925DE9C-EDA0-3E3D-9DAF-116841419D9E}"/>
              </a:ext>
            </a:extLst>
          </p:cNvPr>
          <p:cNvSpPr/>
          <p:nvPr/>
        </p:nvSpPr>
        <p:spPr>
          <a:xfrm>
            <a:off x="1" y="6360446"/>
            <a:ext cx="5863432" cy="498384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9531" tIns="9761" rIns="19531" bIns="9761" anchor="ctr" anchorCtr="0">
            <a:noAutofit/>
          </a:bodyPr>
          <a:lstStyle/>
          <a:p>
            <a:pPr algn="ctr">
              <a:buClr>
                <a:srgbClr val="000000"/>
              </a:buClr>
              <a:buSzPts val="1900"/>
            </a:pPr>
            <a:endParaRPr sz="30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raphic 351">
            <a:extLst>
              <a:ext uri="{FF2B5EF4-FFF2-40B4-BE49-F238E27FC236}">
                <a16:creationId xmlns:a16="http://schemas.microsoft.com/office/drawing/2014/main" id="{CEDF60D9-E0DF-0208-CD52-581C18B35B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66676" y="6418752"/>
            <a:ext cx="469873" cy="381772"/>
          </a:xfrm>
          <a:prstGeom prst="rect">
            <a:avLst/>
          </a:prstGeom>
        </p:spPr>
      </p:pic>
      <p:pic>
        <p:nvPicPr>
          <p:cNvPr id="353" name="Graphic 352">
            <a:extLst>
              <a:ext uri="{FF2B5EF4-FFF2-40B4-BE49-F238E27FC236}">
                <a16:creationId xmlns:a16="http://schemas.microsoft.com/office/drawing/2014/main" id="{4877D3DF-9ADE-4B48-A413-45605FF6612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58839" y="6418752"/>
            <a:ext cx="402888" cy="390679"/>
          </a:xfrm>
          <a:prstGeom prst="rect">
            <a:avLst/>
          </a:prstGeom>
        </p:spPr>
      </p:pic>
      <p:pic>
        <p:nvPicPr>
          <p:cNvPr id="354" name="Picture 353">
            <a:extLst>
              <a:ext uri="{FF2B5EF4-FFF2-40B4-BE49-F238E27FC236}">
                <a16:creationId xmlns:a16="http://schemas.microsoft.com/office/drawing/2014/main" id="{72210A0D-C8A5-E8CD-EA4D-6F879496132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64734" y="6285744"/>
            <a:ext cx="849365" cy="656694"/>
          </a:xfrm>
          <a:prstGeom prst="rect">
            <a:avLst/>
          </a:prstGeom>
        </p:spPr>
      </p:pic>
      <p:sp>
        <p:nvSpPr>
          <p:cNvPr id="355" name="TextBox 354">
            <a:extLst>
              <a:ext uri="{FF2B5EF4-FFF2-40B4-BE49-F238E27FC236}">
                <a16:creationId xmlns:a16="http://schemas.microsoft.com/office/drawing/2014/main" id="{55D8782B-9B7A-38AB-973E-A8064547AE2F}"/>
              </a:ext>
            </a:extLst>
          </p:cNvPr>
          <p:cNvSpPr txBox="1"/>
          <p:nvPr/>
        </p:nvSpPr>
        <p:spPr>
          <a:xfrm>
            <a:off x="11209020" y="6568440"/>
            <a:ext cx="982980" cy="28794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/>
            <a:r>
              <a:rPr lang="en-GB" dirty="0">
                <a:solidFill>
                  <a:schemeClr val="bg1"/>
                </a:solidFill>
              </a:rPr>
              <a:t>Apr2026</a:t>
            </a:r>
          </a:p>
        </p:txBody>
      </p:sp>
    </p:spTree>
    <p:extLst>
      <p:ext uri="{BB962C8B-B14F-4D97-AF65-F5344CB8AC3E}">
        <p14:creationId xmlns:p14="http://schemas.microsoft.com/office/powerpoint/2010/main" val="330645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CB737-0B8E-1ABF-0518-56A0F1645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9;g2573c09e3ea_0_88">
            <a:extLst>
              <a:ext uri="{FF2B5EF4-FFF2-40B4-BE49-F238E27FC236}">
                <a16:creationId xmlns:a16="http://schemas.microsoft.com/office/drawing/2014/main" id="{3C176821-0CB5-F93E-C6D7-6A36AF8345AB}"/>
              </a:ext>
            </a:extLst>
          </p:cNvPr>
          <p:cNvSpPr/>
          <p:nvPr/>
        </p:nvSpPr>
        <p:spPr>
          <a:xfrm>
            <a:off x="-9155" y="0"/>
            <a:ext cx="12201155" cy="1198799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9531" tIns="9761" rIns="19531" bIns="9761" anchor="ctr" anchorCtr="0">
            <a:noAutofit/>
          </a:bodyPr>
          <a:lstStyle/>
          <a:p>
            <a:pPr marL="271611"/>
            <a:r>
              <a:rPr lang="en-US" sz="2000" b="1" dirty="0">
                <a:solidFill>
                  <a:schemeClr val="bg1"/>
                </a:solidFill>
              </a:rPr>
              <a:t>CAMIS: Comparing Analysis Method Implementations in Software</a:t>
            </a:r>
          </a:p>
          <a:p>
            <a:pPr marL="271611"/>
            <a:r>
              <a:rPr lang="en-US" sz="2000" dirty="0">
                <a:solidFill>
                  <a:schemeClr val="bg1"/>
                </a:solidFill>
              </a:rPr>
              <a:t>A PHUSE DVOST CAMIS working group in collaboration with PSI AIMS SIG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389CED-E440-F664-3BAF-8F8249F09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760" y="108639"/>
            <a:ext cx="720629" cy="71608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B1F0DB4-91EB-EA1B-DE21-EE915B4C9F19}"/>
              </a:ext>
            </a:extLst>
          </p:cNvPr>
          <p:cNvSpPr txBox="1"/>
          <p:nvPr/>
        </p:nvSpPr>
        <p:spPr>
          <a:xfrm>
            <a:off x="8888702" y="860245"/>
            <a:ext cx="3368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https://psiaims.github.io/CAMIS/</a:t>
            </a:r>
            <a:endParaRPr lang="en-GB" sz="16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8C2B2B1-41CE-EED6-038A-A6ACFFE626AB}"/>
              </a:ext>
            </a:extLst>
          </p:cNvPr>
          <p:cNvSpPr txBox="1"/>
          <p:nvPr/>
        </p:nvSpPr>
        <p:spPr>
          <a:xfrm>
            <a:off x="3693067" y="4267315"/>
            <a:ext cx="849687" cy="1742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10000"/>
              </a:lnSpc>
              <a:spcBef>
                <a:spcPts val="144"/>
              </a:spcBef>
            </a:pPr>
            <a:r>
              <a:rPr lang="en-GB" sz="352" dirty="0">
                <a:solidFill>
                  <a:schemeClr val="bg1"/>
                </a:solidFill>
              </a:rPr>
              <a:t>Regression     +     modelling censored 	variables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AE45E2-A715-1147-D4B4-80E294CE9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199" y="1284691"/>
            <a:ext cx="6771083" cy="493661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0882146-3B70-B9F2-0E33-CDAB4BC8788E}"/>
              </a:ext>
            </a:extLst>
          </p:cNvPr>
          <p:cNvSpPr/>
          <p:nvPr/>
        </p:nvSpPr>
        <p:spPr>
          <a:xfrm>
            <a:off x="6324355" y="6358004"/>
            <a:ext cx="5867646" cy="498384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8" dirty="0"/>
          </a:p>
        </p:txBody>
      </p:sp>
      <p:sp>
        <p:nvSpPr>
          <p:cNvPr id="15" name="Google Shape;19;g2573c09e3ea_0_88">
            <a:extLst>
              <a:ext uri="{FF2B5EF4-FFF2-40B4-BE49-F238E27FC236}">
                <a16:creationId xmlns:a16="http://schemas.microsoft.com/office/drawing/2014/main" id="{D55F5F45-8E52-5F1D-EF9B-27D671DEC398}"/>
              </a:ext>
            </a:extLst>
          </p:cNvPr>
          <p:cNvSpPr/>
          <p:nvPr/>
        </p:nvSpPr>
        <p:spPr>
          <a:xfrm>
            <a:off x="1" y="6360446"/>
            <a:ext cx="5863432" cy="498384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9531" tIns="9761" rIns="19531" bIns="9761" anchor="ctr" anchorCtr="0">
            <a:noAutofit/>
          </a:bodyPr>
          <a:lstStyle/>
          <a:p>
            <a:pPr algn="ctr">
              <a:buClr>
                <a:srgbClr val="000000"/>
              </a:buClr>
              <a:buSzPts val="1900"/>
            </a:pPr>
            <a:endParaRPr sz="30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211E2F22-BAE9-9CAF-49AE-855BC21B3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58839" y="6418752"/>
            <a:ext cx="402888" cy="3906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9454FA-26D4-4953-AB2C-256D9EF67D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734" y="6285744"/>
            <a:ext cx="849365" cy="65669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F0821F0-D458-7FB4-937F-D08419E64154}"/>
              </a:ext>
            </a:extLst>
          </p:cNvPr>
          <p:cNvSpPr/>
          <p:nvPr/>
        </p:nvSpPr>
        <p:spPr>
          <a:xfrm>
            <a:off x="5854481" y="6358004"/>
            <a:ext cx="469873" cy="4983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8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4E330E8-8295-DACF-C67D-3DBAE83543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6676" y="6418752"/>
            <a:ext cx="469873" cy="38177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12D108-4649-AB0E-BCFA-E367D4337C5E}"/>
              </a:ext>
            </a:extLst>
          </p:cNvPr>
          <p:cNvSpPr txBox="1"/>
          <p:nvPr/>
        </p:nvSpPr>
        <p:spPr>
          <a:xfrm>
            <a:off x="11209020" y="6568440"/>
            <a:ext cx="982980" cy="28794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/>
            <a:r>
              <a:rPr lang="en-GB" dirty="0">
                <a:solidFill>
                  <a:schemeClr val="bg1"/>
                </a:solidFill>
              </a:rPr>
              <a:t>Apr2026</a:t>
            </a:r>
          </a:p>
        </p:txBody>
      </p:sp>
    </p:spTree>
    <p:extLst>
      <p:ext uri="{BB962C8B-B14F-4D97-AF65-F5344CB8AC3E}">
        <p14:creationId xmlns:p14="http://schemas.microsoft.com/office/powerpoint/2010/main" val="292221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126EE-F032-4183-77AA-955A84A0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3255E8-8D60-CA3C-359B-4F5DD7ED3B2D}"/>
              </a:ext>
            </a:extLst>
          </p:cNvPr>
          <p:cNvSpPr/>
          <p:nvPr/>
        </p:nvSpPr>
        <p:spPr>
          <a:xfrm>
            <a:off x="6324355" y="6358004"/>
            <a:ext cx="5867646" cy="498384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8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8F58BF-53BE-829A-65E7-95B496E89C86}"/>
              </a:ext>
            </a:extLst>
          </p:cNvPr>
          <p:cNvSpPr/>
          <p:nvPr/>
        </p:nvSpPr>
        <p:spPr>
          <a:xfrm>
            <a:off x="5854481" y="6358004"/>
            <a:ext cx="469873" cy="4983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8"/>
          </a:p>
        </p:txBody>
      </p:sp>
      <p:sp>
        <p:nvSpPr>
          <p:cNvPr id="2" name="Google Shape;19;g2573c09e3ea_0_88">
            <a:extLst>
              <a:ext uri="{FF2B5EF4-FFF2-40B4-BE49-F238E27FC236}">
                <a16:creationId xmlns:a16="http://schemas.microsoft.com/office/drawing/2014/main" id="{569DBECC-CA37-C050-044B-0671A0A25282}"/>
              </a:ext>
            </a:extLst>
          </p:cNvPr>
          <p:cNvSpPr/>
          <p:nvPr/>
        </p:nvSpPr>
        <p:spPr>
          <a:xfrm>
            <a:off x="1" y="6360446"/>
            <a:ext cx="5863432" cy="498384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9531" tIns="9761" rIns="19531" bIns="9761" anchor="ctr" anchorCtr="0">
            <a:noAutofit/>
          </a:bodyPr>
          <a:lstStyle/>
          <a:p>
            <a:pPr algn="ctr">
              <a:buClr>
                <a:srgbClr val="000000"/>
              </a:buClr>
              <a:buSzPts val="1900"/>
            </a:pPr>
            <a:endParaRPr sz="30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56E47B7-E398-8076-4F57-C3A72D730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6676" y="6418752"/>
            <a:ext cx="469873" cy="38177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8F33D53-87AF-B159-AF77-7484A9840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58839" y="6418752"/>
            <a:ext cx="402888" cy="3906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14F987-9094-C606-5CCF-50D4B2CD85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734" y="6285744"/>
            <a:ext cx="849365" cy="656694"/>
          </a:xfrm>
          <a:prstGeom prst="rect">
            <a:avLst/>
          </a:prstGeom>
        </p:spPr>
      </p:pic>
      <p:sp>
        <p:nvSpPr>
          <p:cNvPr id="14" name="Google Shape;19;g2573c09e3ea_0_88">
            <a:extLst>
              <a:ext uri="{FF2B5EF4-FFF2-40B4-BE49-F238E27FC236}">
                <a16:creationId xmlns:a16="http://schemas.microsoft.com/office/drawing/2014/main" id="{C8CB8D0D-7802-CA56-E9F6-210735DCDCE2}"/>
              </a:ext>
            </a:extLst>
          </p:cNvPr>
          <p:cNvSpPr/>
          <p:nvPr/>
        </p:nvSpPr>
        <p:spPr>
          <a:xfrm>
            <a:off x="-9155" y="0"/>
            <a:ext cx="12201155" cy="1198799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9531" tIns="9761" rIns="19531" bIns="9761" anchor="ctr" anchorCtr="0">
            <a:noAutofit/>
          </a:bodyPr>
          <a:lstStyle/>
          <a:p>
            <a:pPr marL="271611"/>
            <a:r>
              <a:rPr lang="en-US" sz="2000" b="1" dirty="0">
                <a:solidFill>
                  <a:schemeClr val="bg1"/>
                </a:solidFill>
              </a:rPr>
              <a:t>CAMIS: Comparing Analysis Method Implementations in Software</a:t>
            </a:r>
          </a:p>
          <a:p>
            <a:pPr marL="271611"/>
            <a:r>
              <a:rPr lang="en-US" sz="2000" dirty="0">
                <a:solidFill>
                  <a:schemeClr val="bg1"/>
                </a:solidFill>
              </a:rPr>
              <a:t>A PHUSE DVOST CAMIS working group in collaboration with PSI AIMS SIG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83ED8C4-89CD-03FC-0EB9-48ADE9DDC7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3760" y="108639"/>
            <a:ext cx="720629" cy="71608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9A2280A-FC21-5A24-B5D5-1CCE4FA7EA04}"/>
              </a:ext>
            </a:extLst>
          </p:cNvPr>
          <p:cNvSpPr txBox="1"/>
          <p:nvPr/>
        </p:nvSpPr>
        <p:spPr>
          <a:xfrm>
            <a:off x="8888702" y="860245"/>
            <a:ext cx="3368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https://psiaims.github.io/CAMIS/</a:t>
            </a:r>
            <a:endParaRPr lang="en-GB" sz="16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C77E173-A334-DEC8-86BB-3814D7973AD8}"/>
              </a:ext>
            </a:extLst>
          </p:cNvPr>
          <p:cNvSpPr txBox="1"/>
          <p:nvPr/>
        </p:nvSpPr>
        <p:spPr>
          <a:xfrm>
            <a:off x="3693067" y="4267315"/>
            <a:ext cx="849687" cy="1742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10000"/>
              </a:lnSpc>
              <a:spcBef>
                <a:spcPts val="144"/>
              </a:spcBef>
            </a:pPr>
            <a:r>
              <a:rPr lang="en-GB" sz="352" dirty="0">
                <a:solidFill>
                  <a:schemeClr val="bg1"/>
                </a:solidFill>
              </a:rPr>
              <a:t>Regression     +     modelling censored 	variables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16A74-151F-BC6D-ECD0-903C1EAAAECF}"/>
              </a:ext>
            </a:extLst>
          </p:cNvPr>
          <p:cNvSpPr txBox="1"/>
          <p:nvPr/>
        </p:nvSpPr>
        <p:spPr>
          <a:xfrm>
            <a:off x="201719" y="5276364"/>
            <a:ext cx="113051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</a:rPr>
              <a:t>To join us, just fork the repo and start your contributions </a:t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dirty="0">
                <a:solidFill>
                  <a:srgbClr val="002060"/>
                </a:solidFill>
              </a:rPr>
              <a:t>Contact </a:t>
            </a:r>
            <a:r>
              <a:rPr lang="en-GB" dirty="0">
                <a:solidFill>
                  <a:srgbClr val="00206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lyn.taylor@parexel.com</a:t>
            </a:r>
            <a:r>
              <a:rPr lang="en-GB" dirty="0">
                <a:solidFill>
                  <a:srgbClr val="002060"/>
                </a:solidFill>
              </a:rPr>
              <a:t> or </a:t>
            </a:r>
            <a:r>
              <a:rPr lang="en-GB" dirty="0">
                <a:solidFill>
                  <a:srgbClr val="00206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christina.e.filmore@gsk.com</a:t>
            </a:r>
            <a:r>
              <a:rPr lang="en-GB" dirty="0">
                <a:solidFill>
                  <a:srgbClr val="002060"/>
                </a:solidFill>
              </a:rPr>
              <a:t> or Yannick using: </a:t>
            </a:r>
            <a:r>
              <a:rPr lang="en-GB" u="sng" dirty="0">
                <a:solidFill>
                  <a:srgbClr val="002060"/>
                </a:solidFill>
              </a:rPr>
              <a:t>yvanden2@its.jnj.com </a:t>
            </a:r>
            <a:r>
              <a:rPr lang="en-GB" dirty="0">
                <a:solidFill>
                  <a:srgbClr val="002060"/>
                </a:solidFill>
              </a:rPr>
              <a:t>for more information</a:t>
            </a:r>
            <a:endParaRPr lang="en-US" dirty="0" err="1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C551B-369E-2935-30A6-5B714F0D5829}"/>
              </a:ext>
            </a:extLst>
          </p:cNvPr>
          <p:cNvSpPr txBox="1"/>
          <p:nvPr/>
        </p:nvSpPr>
        <p:spPr>
          <a:xfrm>
            <a:off x="293403" y="1497702"/>
            <a:ext cx="1189859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002060"/>
                </a:solidFill>
              </a:rPr>
              <a:t>CAMIS project conclusions to date…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Generally, SAS &amp; R align. 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Discrepancies likely due to differences in default methodological choices or  algorithmic variation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Sometimes there are differences in capabilities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It’s important to choose the right R package</a:t>
            </a:r>
          </a:p>
          <a:p>
            <a:pPr>
              <a:spcAft>
                <a:spcPts val="1800"/>
              </a:spcAft>
            </a:pPr>
            <a:r>
              <a:rPr lang="en-US" sz="2000" b="1" dirty="0">
                <a:solidFill>
                  <a:srgbClr val="002060"/>
                </a:solidFill>
              </a:rPr>
              <a:t>Call to action: </a:t>
            </a:r>
            <a:r>
              <a:rPr lang="en-US" sz="2000" dirty="0">
                <a:solidFill>
                  <a:srgbClr val="002060"/>
                </a:solidFill>
              </a:rPr>
              <a:t>Please use and contribute to the CAMIS repo</a:t>
            </a:r>
          </a:p>
          <a:p>
            <a:pPr>
              <a:spcAft>
                <a:spcPts val="1800"/>
              </a:spcAft>
            </a:pPr>
            <a:r>
              <a:rPr lang="en-US" sz="2000" b="1" dirty="0">
                <a:solidFill>
                  <a:srgbClr val="002060"/>
                </a:solidFill>
              </a:rPr>
              <a:t>New Pages Coming soon: </a:t>
            </a:r>
            <a:r>
              <a:rPr lang="en-US" sz="2000" dirty="0">
                <a:solidFill>
                  <a:srgbClr val="002060"/>
                </a:solidFill>
              </a:rPr>
              <a:t>CIs for proportions &amp; CIs for rates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9B623B-65CD-7AE9-2EBA-F4D835E4E640}"/>
              </a:ext>
            </a:extLst>
          </p:cNvPr>
          <p:cNvSpPr txBox="1"/>
          <p:nvPr/>
        </p:nvSpPr>
        <p:spPr>
          <a:xfrm>
            <a:off x="11209020" y="6568440"/>
            <a:ext cx="982980" cy="28794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/>
            <a:r>
              <a:rPr lang="en-GB" dirty="0">
                <a:solidFill>
                  <a:schemeClr val="bg1"/>
                </a:solidFill>
              </a:rPr>
              <a:t>Apr2026</a:t>
            </a:r>
          </a:p>
        </p:txBody>
      </p:sp>
    </p:spTree>
    <p:extLst>
      <p:ext uri="{BB962C8B-B14F-4D97-AF65-F5344CB8AC3E}">
        <p14:creationId xmlns:p14="http://schemas.microsoft.com/office/powerpoint/2010/main" val="252075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rexel Corporate Template 2023">
  <a:themeElements>
    <a:clrScheme name="Parexel updated">
      <a:dk1>
        <a:srgbClr val="4E565B"/>
      </a:dk1>
      <a:lt1>
        <a:srgbClr val="FFFFFF"/>
      </a:lt1>
      <a:dk2>
        <a:srgbClr val="8A0050"/>
      </a:dk2>
      <a:lt2>
        <a:srgbClr val="EBECED"/>
      </a:lt2>
      <a:accent1>
        <a:srgbClr val="D3D800"/>
      </a:accent1>
      <a:accent2>
        <a:srgbClr val="2AA834"/>
      </a:accent2>
      <a:accent3>
        <a:srgbClr val="00A9CB"/>
      </a:accent3>
      <a:accent4>
        <a:srgbClr val="0079A3"/>
      </a:accent4>
      <a:accent5>
        <a:srgbClr val="003E6E"/>
      </a:accent5>
      <a:accent6>
        <a:srgbClr val="E94E04"/>
      </a:accent6>
      <a:hlink>
        <a:srgbClr val="4E565B"/>
      </a:hlink>
      <a:folHlink>
        <a:srgbClr val="4E565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noAutofit/>
      </a:bodyPr>
      <a:lstStyle>
        <a:defPPr algn="l"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Parexel PPT template.potx" id="{2D698A27-D37A-433C-83D5-FE4B02A77E58}" vid="{E8FB84B0-70F0-4BCC-841A-251EAF0AFC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c9b767-efd8-45aa-bf0a-b1344fed596e">
      <Terms xmlns="http://schemas.microsoft.com/office/infopath/2007/PartnerControls"/>
    </lcf76f155ced4ddcb4097134ff3c332f>
    <TaxCatchAll xmlns="13faea93-533c-4eb9-afc4-e9d7c34f22ba" xsi:nil="true"/>
    <SharedWithUsers xmlns="13faea93-533c-4eb9-afc4-e9d7c34f22ba">
      <UserInfo>
        <DisplayName>Kozuch, Jessica</DisplayName>
        <AccountId>14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E66576776A64583D209F8607D055F" ma:contentTypeVersion="12" ma:contentTypeDescription="Create a new document." ma:contentTypeScope="" ma:versionID="c559ce892b260a541174ac7b17b92b74">
  <xsd:schema xmlns:xsd="http://www.w3.org/2001/XMLSchema" xmlns:xs="http://www.w3.org/2001/XMLSchema" xmlns:p="http://schemas.microsoft.com/office/2006/metadata/properties" xmlns:ns2="49c9b767-efd8-45aa-bf0a-b1344fed596e" xmlns:ns3="13faea93-533c-4eb9-afc4-e9d7c34f22ba" targetNamespace="http://schemas.microsoft.com/office/2006/metadata/properties" ma:root="true" ma:fieldsID="ca5dee3fc5d3e10fabf40c62a166f241" ns2:_="" ns3:_="">
    <xsd:import namespace="49c9b767-efd8-45aa-bf0a-b1344fed596e"/>
    <xsd:import namespace="13faea93-533c-4eb9-afc4-e9d7c34f22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c9b767-efd8-45aa-bf0a-b1344fed59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00d0e4d-6dbe-4744-b9b7-9b3beb0d1f1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faea93-533c-4eb9-afc4-e9d7c34f22b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03ec4f3-66be-423c-8520-193a35c77455}" ma:internalName="TaxCatchAll" ma:showField="CatchAllData" ma:web="13faea93-533c-4eb9-afc4-e9d7c34f22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86E079-0D58-4F03-B9BA-E51B252964B7}">
  <ds:schemaRefs>
    <ds:schemaRef ds:uri="http://www.w3.org/XML/1998/namespace"/>
    <ds:schemaRef ds:uri="49c9b767-efd8-45aa-bf0a-b1344fed596e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13faea93-533c-4eb9-afc4-e9d7c34f22ba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062A527-EC11-44A6-A99F-E5D45AEFFF93}">
  <ds:schemaRefs>
    <ds:schemaRef ds:uri="13faea93-533c-4eb9-afc4-e9d7c34f22ba"/>
    <ds:schemaRef ds:uri="49c9b767-efd8-45aa-bf0a-b1344fed596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193AC40-2C26-485A-AC45-2420FF1779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Parexel PPT template (1)</Template>
  <TotalTime>0</TotalTime>
  <Words>680</Words>
  <Application>Microsoft Office PowerPoint</Application>
  <PresentationFormat>Widescreen</PresentationFormat>
  <Paragraphs>97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Wingdings</vt:lpstr>
      <vt:lpstr>Parexel Corporate Template 2023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1 –  Arial Bold 45pt</dc:title>
  <dc:creator>Caton, Amy</dc:creator>
  <cp:lastModifiedBy>Taylor, Lyn</cp:lastModifiedBy>
  <cp:revision>160</cp:revision>
  <cp:lastPrinted>2019-04-10T15:23:54Z</cp:lastPrinted>
  <dcterms:created xsi:type="dcterms:W3CDTF">2020-11-23T21:35:07Z</dcterms:created>
  <dcterms:modified xsi:type="dcterms:W3CDTF">2026-04-07T14:51:20Z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0x0101004D8E66576776A64583D209F8607D055F</vt:lpwstr>
  </property>
  <property fmtid="{D5CDD505-2E9C-101B-9397-08002B2CF9AE}" pid="3" name="_dlc_DocIdItemGuid">
    <vt:lpwstr>7f00be46-345b-45fe-a258-78d0f101d4bd</vt:lpwstr>
  </property>
  <property fmtid="{D5CDD505-2E9C-101B-9397-08002B2CF9AE}" pid="4" name="MediaServiceImageTags">
    <vt:lpwstr/>
  </property>
  <property fmtid="{D5CDD505-2E9C-101B-9397-08002B2CF9AE}" pid="5" name="MSIP_Label_1251e8ed-190e-484a-b3ee-374a657c0bf1_Enabled">
    <vt:lpwstr>True</vt:lpwstr>
  </property>
  <property fmtid="{D5CDD505-2E9C-101B-9397-08002B2CF9AE}" pid="6" name="MSIP_Label_1251e8ed-190e-484a-b3ee-374a657c0bf1_SiteId">
    <vt:lpwstr>83d59944-34a0-4eb5-8cb0-80a49540e944</vt:lpwstr>
  </property>
  <property fmtid="{D5CDD505-2E9C-101B-9397-08002B2CF9AE}" pid="7" name="MSIP_Label_1251e8ed-190e-484a-b3ee-374a657c0bf1_SetDate">
    <vt:lpwstr>2025-09-05T12:54:28Z</vt:lpwstr>
  </property>
  <property fmtid="{D5CDD505-2E9C-101B-9397-08002B2CF9AE}" pid="8" name="MSIP_Label_1251e8ed-190e-484a-b3ee-374a657c0bf1_Name">
    <vt:lpwstr>PHI</vt:lpwstr>
  </property>
  <property fmtid="{D5CDD505-2E9C-101B-9397-08002B2CF9AE}" pid="9" name="MSIP_Label_1251e8ed-190e-484a-b3ee-374a657c0bf1_ActionId">
    <vt:lpwstr>138b6019-d6d3-42f7-81d3-f2e37cbe39d8</vt:lpwstr>
  </property>
  <property fmtid="{D5CDD505-2E9C-101B-9397-08002B2CF9AE}" pid="10" name="MSIP_Label_1251e8ed-190e-484a-b3ee-374a657c0bf1_Removed">
    <vt:lpwstr>False</vt:lpwstr>
  </property>
  <property fmtid="{D5CDD505-2E9C-101B-9397-08002B2CF9AE}" pid="11" name="MSIP_Label_1251e8ed-190e-484a-b3ee-374a657c0bf1_Extended_MSFT_Method">
    <vt:lpwstr>Standard</vt:lpwstr>
  </property>
  <property fmtid="{D5CDD505-2E9C-101B-9397-08002B2CF9AE}" pid="12" name="Sensitivity">
    <vt:lpwstr>PHI</vt:lpwstr>
  </property>
</Properties>
</file>